
<file path=[Content_Types].xml><?xml version="1.0" encoding="utf-8"?>
<Types xmlns="http://schemas.openxmlformats.org/package/2006/content-types">
  <Default Extension="emf" ContentType="image/x-emf"/>
  <Default Extension="png" ContentType="image/png"/>
  <Default Extension="pptx" ContentType="application/vnd.openxmlformats-officedocument.presentationml.presentation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4.xml" ContentType="application/vnd.openxmlformats-officedocument.theme+xml"/>
  <Override PartName="/ppt/slideLayouts/slideLayout14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4" r:id="rId1"/>
    <p:sldMasterId id="2147483670" r:id="rId2"/>
    <p:sldMasterId id="2147483662" r:id="rId3"/>
    <p:sldMasterId id="2147483665" r:id="rId4"/>
    <p:sldMasterId id="2147483663" r:id="rId5"/>
  </p:sldMasterIdLst>
  <p:notesMasterIdLst>
    <p:notesMasterId r:id="rId33"/>
  </p:notesMasterIdLst>
  <p:handoutMasterIdLst>
    <p:handoutMasterId r:id="rId34"/>
  </p:handout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82" r:id="rId29"/>
    <p:sldId id="279" r:id="rId30"/>
    <p:sldId id="280" r:id="rId31"/>
    <p:sldId id="281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6468"/>
    <a:srgbClr val="202321"/>
    <a:srgbClr val="F18700"/>
    <a:srgbClr val="DC0D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FC59AB-0BD4-4D9E-9D0C-FCE484D36543}" v="16" dt="2022-11-22T02:05:50.0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40" autoAdjust="0"/>
    <p:restoredTop sz="87895" autoAdjust="0"/>
  </p:normalViewPr>
  <p:slideViewPr>
    <p:cSldViewPr snapToGrid="0" snapToObjects="1" showGuides="1">
      <p:cViewPr>
        <p:scale>
          <a:sx n="66" d="100"/>
          <a:sy n="66" d="100"/>
        </p:scale>
        <p:origin x="1248" y="11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napToObjects="1" showGuides="1">
      <p:cViewPr varScale="1">
        <p:scale>
          <a:sx n="66" d="100"/>
          <a:sy n="66" d="100"/>
        </p:scale>
        <p:origin x="3134" y="3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microsoft.com/office/2015/10/relationships/revisionInfo" Target="revisionInfo.xml"/><Relationship Id="rId21" Type="http://schemas.openxmlformats.org/officeDocument/2006/relationships/slide" Target="slides/slide16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presProps" Target="presProps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B3D6EB26-41B6-4E19-83EC-E73738E884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19D0FE7-2B93-4C58-A1DB-4617AFF6CC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DFB590-A5F8-45EA-AB8E-CD3CA1FFE559}" type="datetimeFigureOut">
              <a:rPr lang="de-DE" smtClean="0">
                <a:latin typeface="Arial" panose="020B0604020202020204" pitchFamily="34" charset="0"/>
                <a:cs typeface="Arial" panose="020B0604020202020204" pitchFamily="34" charset="0"/>
              </a:rPr>
              <a:t>09.10.2026</a:t>
            </a:fld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C6C06B4-579F-4E55-B0ED-E501BEC3061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2145B85-05F0-4185-9F6F-AE416F8A75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BA10E1-8931-4664-8B15-CAB9FC81E556}" type="slidenum">
              <a:rPr lang="de-DE" smtClean="0">
                <a:latin typeface="Arial" panose="020B0604020202020204" pitchFamily="34" charset="0"/>
                <a:cs typeface="Arial" panose="020B0604020202020204" pitchFamily="34" charset="0"/>
              </a:rPr>
              <a:t>‹Nr.›</a:t>
            </a:fld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25088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1C3ABC7-27AC-6D40-86E4-0C355E54A764}" type="datetimeFigureOut">
              <a:rPr lang="de-DE" smtClean="0"/>
              <a:pPr/>
              <a:t>09.10.2026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E1CAD0D-262D-F145-A422-6EFA995C351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48633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äsentationstitel, LM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8F51A07C-FE1A-F540-8B1D-0E34068DA5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4000"/>
          </a:blip>
          <a:srcRect t="8872" b="1720"/>
          <a:stretch/>
        </p:blipFill>
        <p:spPr>
          <a:xfrm>
            <a:off x="10963933" y="449575"/>
            <a:ext cx="776688" cy="806400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7533C79E-54DD-6F46-82D1-830E85DABCAD}"/>
              </a:ext>
            </a:extLst>
          </p:cNvPr>
          <p:cNvSpPr txBox="1"/>
          <p:nvPr userDrawn="1"/>
        </p:nvSpPr>
        <p:spPr>
          <a:xfrm>
            <a:off x="4006545" y="431809"/>
            <a:ext cx="184731" cy="409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2060" dirty="0"/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32C0B7F7-E1DB-3246-A459-8E85B8A521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400" y="5184000"/>
            <a:ext cx="4509913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ts val="1800"/>
              </a:lnSpc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 dirty="0">
                <a:effectLst/>
                <a:latin typeface="Arial" panose="020B0604020202020204" pitchFamily="34" charset="0"/>
              </a:rPr>
              <a:t>Untertitel</a:t>
            </a:r>
          </a:p>
          <a:p>
            <a:r>
              <a:rPr lang="de-DE" b="1" dirty="0">
                <a:effectLst/>
                <a:latin typeface="Arial" panose="020B0604020202020204" pitchFamily="34" charset="0"/>
              </a:rPr>
              <a:t>Dr. Max Maria Mustermann </a:t>
            </a:r>
            <a:br>
              <a:rPr lang="de-DE" b="1" dirty="0">
                <a:effectLst/>
                <a:latin typeface="Arial" panose="020B0604020202020204" pitchFamily="34" charset="0"/>
              </a:rPr>
            </a:br>
            <a:r>
              <a:rPr lang="de-DE" b="1" dirty="0">
                <a:effectLst/>
                <a:latin typeface="Arial" panose="020B0604020202020204" pitchFamily="34" charset="0"/>
              </a:rPr>
              <a:t>00.00.2020</a:t>
            </a:r>
            <a:endParaRPr lang="de-DE" dirty="0">
              <a:effectLst/>
              <a:latin typeface="Arial" panose="020B0604020202020204" pitchFamily="34" charset="0"/>
            </a:endParaRP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82BFC629-71E6-471E-8487-188A0F977C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2189713"/>
            <a:ext cx="4513400" cy="146304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Präsentationstitel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B23C141-9C08-4C77-B8A1-5F3A1981A0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86000" y="440471"/>
            <a:ext cx="7720013" cy="80645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680" b="1" cap="all" spc="80" baseline="0"/>
            </a:lvl1pPr>
          </a:lstStyle>
          <a:p>
            <a:pPr lvl="0"/>
            <a:r>
              <a:rPr lang="de-DE" dirty="0"/>
              <a:t>Überschrift / Titel / Einrichtung XY</a:t>
            </a:r>
          </a:p>
        </p:txBody>
      </p:sp>
      <p:pic>
        <p:nvPicPr>
          <p:cNvPr id="11" name="Bildplatzhalter 11">
            <a:extLst>
              <a:ext uri="{FF2B5EF4-FFF2-40B4-BE49-F238E27FC236}">
                <a16:creationId xmlns:a16="http://schemas.microsoft.com/office/drawing/2014/main" id="{78077E49-BB75-47DD-A564-32F635D212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5" b="5"/>
          <a:stretch>
            <a:fillRect/>
          </a:stretch>
        </p:blipFill>
        <p:spPr>
          <a:xfrm>
            <a:off x="5372100" y="1493641"/>
            <a:ext cx="6819900" cy="537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013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äsentationstitel,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8F51A07C-FE1A-F540-8B1D-0E34068DA5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4000"/>
          </a:blip>
          <a:srcRect t="8872" b="1720"/>
          <a:stretch/>
        </p:blipFill>
        <p:spPr>
          <a:xfrm>
            <a:off x="10963933" y="449575"/>
            <a:ext cx="776688" cy="806400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7533C79E-54DD-6F46-82D1-830E85DABCAD}"/>
              </a:ext>
            </a:extLst>
          </p:cNvPr>
          <p:cNvSpPr txBox="1"/>
          <p:nvPr userDrawn="1"/>
        </p:nvSpPr>
        <p:spPr>
          <a:xfrm>
            <a:off x="4006545" y="431809"/>
            <a:ext cx="184731" cy="409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2060" dirty="0"/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32C0B7F7-E1DB-3246-A459-8E85B8A521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400" y="5184000"/>
            <a:ext cx="4509913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ts val="1800"/>
              </a:lnSpc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 dirty="0">
                <a:effectLst/>
                <a:latin typeface="Arial" panose="020B0604020202020204" pitchFamily="34" charset="0"/>
              </a:rPr>
              <a:t>Untertitel</a:t>
            </a:r>
          </a:p>
          <a:p>
            <a:r>
              <a:rPr lang="de-DE" b="1" dirty="0">
                <a:effectLst/>
                <a:latin typeface="Arial" panose="020B0604020202020204" pitchFamily="34" charset="0"/>
              </a:rPr>
              <a:t>Dr. Max Maria Mustermann </a:t>
            </a:r>
            <a:br>
              <a:rPr lang="de-DE" b="1" dirty="0">
                <a:effectLst/>
                <a:latin typeface="Arial" panose="020B0604020202020204" pitchFamily="34" charset="0"/>
              </a:rPr>
            </a:br>
            <a:r>
              <a:rPr lang="de-DE" b="1" dirty="0">
                <a:effectLst/>
                <a:latin typeface="Arial" panose="020B0604020202020204" pitchFamily="34" charset="0"/>
              </a:rPr>
              <a:t>00.00.2020</a:t>
            </a:r>
            <a:endParaRPr lang="de-DE" dirty="0">
              <a:effectLst/>
              <a:latin typeface="Arial" panose="020B0604020202020204" pitchFamily="34" charset="0"/>
            </a:endParaRP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82BFC629-71E6-471E-8487-188A0F977C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2189713"/>
            <a:ext cx="4513400" cy="146304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Präsentationstitel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84D7C6A-4C73-4663-8682-62AF58C8B94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72100" y="1484313"/>
            <a:ext cx="6819900" cy="5373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B23C141-9C08-4C77-B8A1-5F3A1981A0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86000" y="440471"/>
            <a:ext cx="7720013" cy="80645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680" b="1" cap="all" spc="80" baseline="0"/>
            </a:lvl1pPr>
          </a:lstStyle>
          <a:p>
            <a:pPr lvl="0"/>
            <a:r>
              <a:rPr lang="de-DE" dirty="0"/>
              <a:t>Überschrift / Titel / Einrichtung XY</a:t>
            </a:r>
          </a:p>
        </p:txBody>
      </p:sp>
    </p:spTree>
    <p:extLst>
      <p:ext uri="{BB962C8B-B14F-4D97-AF65-F5344CB8AC3E}">
        <p14:creationId xmlns:p14="http://schemas.microsoft.com/office/powerpoint/2010/main" val="2835232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äsentationstitel, LMU, LogoTeileinhe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feld 13">
            <a:extLst>
              <a:ext uri="{FF2B5EF4-FFF2-40B4-BE49-F238E27FC236}">
                <a16:creationId xmlns:a16="http://schemas.microsoft.com/office/drawing/2014/main" id="{7533C79E-54DD-6F46-82D1-830E85DABCAD}"/>
              </a:ext>
            </a:extLst>
          </p:cNvPr>
          <p:cNvSpPr txBox="1"/>
          <p:nvPr userDrawn="1"/>
        </p:nvSpPr>
        <p:spPr>
          <a:xfrm>
            <a:off x="4006545" y="431809"/>
            <a:ext cx="184731" cy="409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2060" dirty="0"/>
          </a:p>
        </p:txBody>
      </p: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9E3EC0D9-ADF9-484A-8AF7-707A2C63BA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69881" y="613578"/>
            <a:ext cx="886967" cy="455148"/>
          </a:xfrm>
          <a:prstGeom prst="rect">
            <a:avLst/>
          </a:prstGeom>
        </p:spPr>
        <p:txBody>
          <a:bodyPr anchor="ctr" anchorCtr="0"/>
          <a:lstStyle>
            <a:lvl1pPr algn="ctr">
              <a:buFontTx/>
              <a:buNone/>
              <a:defRPr sz="800" baseline="0"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7" name="Textplatzhalter 4">
            <a:extLst>
              <a:ext uri="{FF2B5EF4-FFF2-40B4-BE49-F238E27FC236}">
                <a16:creationId xmlns:a16="http://schemas.microsoft.com/office/drawing/2014/main" id="{80A05923-C642-2E4E-840A-327720B765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400" y="5184000"/>
            <a:ext cx="4509913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ts val="1800"/>
              </a:lnSpc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 dirty="0">
                <a:effectLst/>
                <a:latin typeface="Arial" panose="020B0604020202020204" pitchFamily="34" charset="0"/>
              </a:rPr>
              <a:t>Untertitel</a:t>
            </a:r>
          </a:p>
          <a:p>
            <a:r>
              <a:rPr lang="de-DE" b="1" dirty="0">
                <a:effectLst/>
                <a:latin typeface="Arial" panose="020B0604020202020204" pitchFamily="34" charset="0"/>
              </a:rPr>
              <a:t>Dr. Max Maria Mustermann </a:t>
            </a:r>
            <a:br>
              <a:rPr lang="de-DE" b="1" dirty="0">
                <a:effectLst/>
                <a:latin typeface="Arial" panose="020B0604020202020204" pitchFamily="34" charset="0"/>
              </a:rPr>
            </a:br>
            <a:r>
              <a:rPr lang="de-DE" b="1" dirty="0">
                <a:effectLst/>
                <a:latin typeface="Arial" panose="020B0604020202020204" pitchFamily="34" charset="0"/>
              </a:rPr>
              <a:t>00.00.2020</a:t>
            </a:r>
            <a:endParaRPr lang="de-DE" dirty="0">
              <a:effectLst/>
              <a:latin typeface="Arial" panose="020B0604020202020204" pitchFamily="34" charset="0"/>
            </a:endParaRP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454D6F9D-B6EB-4F72-A2AF-B87B1D3A9A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2189713"/>
            <a:ext cx="4513400" cy="146304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Präsentationstitel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4397F4FF-24FF-46A8-9FD5-D8297FC334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0" y="440471"/>
            <a:ext cx="7720013" cy="80645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680" b="1" cap="all" spc="80" baseline="0"/>
            </a:lvl1pPr>
          </a:lstStyle>
          <a:p>
            <a:pPr lvl="0"/>
            <a:r>
              <a:rPr lang="de-DE" dirty="0"/>
              <a:t>Überschrift / Titel / Einrichtung XY</a:t>
            </a:r>
          </a:p>
        </p:txBody>
      </p:sp>
      <p:pic>
        <p:nvPicPr>
          <p:cNvPr id="10" name="Bildplatzhalter 11">
            <a:extLst>
              <a:ext uri="{FF2B5EF4-FFF2-40B4-BE49-F238E27FC236}">
                <a16:creationId xmlns:a16="http://schemas.microsoft.com/office/drawing/2014/main" id="{E49330AE-63CD-4FA0-B981-354A53DBEE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5" b="5"/>
          <a:stretch>
            <a:fillRect/>
          </a:stretch>
        </p:blipFill>
        <p:spPr>
          <a:xfrm>
            <a:off x="5372100" y="1493641"/>
            <a:ext cx="6819900" cy="537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159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äsentationstitel, Bild, LogoTeileinhe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feld 13">
            <a:extLst>
              <a:ext uri="{FF2B5EF4-FFF2-40B4-BE49-F238E27FC236}">
                <a16:creationId xmlns:a16="http://schemas.microsoft.com/office/drawing/2014/main" id="{7533C79E-54DD-6F46-82D1-830E85DABCAD}"/>
              </a:ext>
            </a:extLst>
          </p:cNvPr>
          <p:cNvSpPr txBox="1"/>
          <p:nvPr userDrawn="1"/>
        </p:nvSpPr>
        <p:spPr>
          <a:xfrm>
            <a:off x="4006545" y="431809"/>
            <a:ext cx="184731" cy="409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2060" dirty="0"/>
          </a:p>
        </p:txBody>
      </p: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9E3EC0D9-ADF9-484A-8AF7-707A2C63BA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69881" y="613578"/>
            <a:ext cx="886967" cy="455148"/>
          </a:xfrm>
          <a:prstGeom prst="rect">
            <a:avLst/>
          </a:prstGeom>
        </p:spPr>
        <p:txBody>
          <a:bodyPr anchor="ctr" anchorCtr="0"/>
          <a:lstStyle>
            <a:lvl1pPr algn="ctr">
              <a:buFontTx/>
              <a:buNone/>
              <a:defRPr sz="800" baseline="0"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7" name="Textplatzhalter 4">
            <a:extLst>
              <a:ext uri="{FF2B5EF4-FFF2-40B4-BE49-F238E27FC236}">
                <a16:creationId xmlns:a16="http://schemas.microsoft.com/office/drawing/2014/main" id="{80A05923-C642-2E4E-840A-327720B765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400" y="5184000"/>
            <a:ext cx="4509913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ts val="1800"/>
              </a:lnSpc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 dirty="0">
                <a:effectLst/>
                <a:latin typeface="Arial" panose="020B0604020202020204" pitchFamily="34" charset="0"/>
              </a:rPr>
              <a:t>Untertitel</a:t>
            </a:r>
          </a:p>
          <a:p>
            <a:r>
              <a:rPr lang="de-DE" b="1" dirty="0">
                <a:effectLst/>
                <a:latin typeface="Arial" panose="020B0604020202020204" pitchFamily="34" charset="0"/>
              </a:rPr>
              <a:t>Dr. Max Maria Mustermann </a:t>
            </a:r>
            <a:br>
              <a:rPr lang="de-DE" b="1" dirty="0">
                <a:effectLst/>
                <a:latin typeface="Arial" panose="020B0604020202020204" pitchFamily="34" charset="0"/>
              </a:rPr>
            </a:br>
            <a:r>
              <a:rPr lang="de-DE" b="1" dirty="0">
                <a:effectLst/>
                <a:latin typeface="Arial" panose="020B0604020202020204" pitchFamily="34" charset="0"/>
              </a:rPr>
              <a:t>00.00.2020</a:t>
            </a:r>
            <a:endParaRPr lang="de-DE" dirty="0">
              <a:effectLst/>
              <a:latin typeface="Arial" panose="020B0604020202020204" pitchFamily="34" charset="0"/>
            </a:endParaRP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454D6F9D-B6EB-4F72-A2AF-B87B1D3A9A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2189713"/>
            <a:ext cx="4513400" cy="146304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Präsentationstitel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8D60EF3-4399-487D-BFA4-B4727760F97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362575" y="1484313"/>
            <a:ext cx="6829425" cy="5373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4397F4FF-24FF-46A8-9FD5-D8297FC334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0" y="440471"/>
            <a:ext cx="7720013" cy="80645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680" b="1" cap="all" spc="80" baseline="0"/>
            </a:lvl1pPr>
          </a:lstStyle>
          <a:p>
            <a:pPr lvl="0"/>
            <a:r>
              <a:rPr lang="de-DE" dirty="0"/>
              <a:t>Überschrift / Titel / Einrichtung XY</a:t>
            </a:r>
          </a:p>
        </p:txBody>
      </p:sp>
    </p:spTree>
    <p:extLst>
      <p:ext uri="{BB962C8B-B14F-4D97-AF65-F5344CB8AC3E}">
        <p14:creationId xmlns:p14="http://schemas.microsoft.com/office/powerpoint/2010/main" val="2612453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äsentations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A01B540-1535-644B-B828-DE3173BE5EAF}"/>
              </a:ext>
            </a:extLst>
          </p:cNvPr>
          <p:cNvSpPr/>
          <p:nvPr userDrawn="1"/>
        </p:nvSpPr>
        <p:spPr>
          <a:xfrm>
            <a:off x="5376454" y="1484313"/>
            <a:ext cx="6815545" cy="5373687"/>
          </a:xfrm>
          <a:prstGeom prst="rect">
            <a:avLst/>
          </a:prstGeom>
          <a:solidFill>
            <a:srgbClr val="6164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7533C79E-54DD-6F46-82D1-830E85DABCAD}"/>
              </a:ext>
            </a:extLst>
          </p:cNvPr>
          <p:cNvSpPr txBox="1"/>
          <p:nvPr userDrawn="1"/>
        </p:nvSpPr>
        <p:spPr>
          <a:xfrm>
            <a:off x="4006545" y="431809"/>
            <a:ext cx="184731" cy="409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206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6968607-CF30-B14E-8DDB-DAB295493C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48700" y="2743200"/>
            <a:ext cx="3543300" cy="4114800"/>
          </a:xfrm>
          <a:prstGeom prst="rect">
            <a:avLst/>
          </a:prstGeom>
        </p:spPr>
      </p:pic>
      <p:sp>
        <p:nvSpPr>
          <p:cNvPr id="11" name="Textplatzhalter 4">
            <a:extLst>
              <a:ext uri="{FF2B5EF4-FFF2-40B4-BE49-F238E27FC236}">
                <a16:creationId xmlns:a16="http://schemas.microsoft.com/office/drawing/2014/main" id="{9AD86DE8-5751-A440-B2C4-58BF4A19C0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400" y="5184000"/>
            <a:ext cx="4509913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ts val="1800"/>
              </a:lnSpc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 dirty="0">
                <a:effectLst/>
                <a:latin typeface="Arial" panose="020B0604020202020204" pitchFamily="34" charset="0"/>
              </a:rPr>
              <a:t>Untertitel</a:t>
            </a:r>
          </a:p>
          <a:p>
            <a:r>
              <a:rPr lang="de-DE" b="1" dirty="0">
                <a:effectLst/>
                <a:latin typeface="Arial" panose="020B0604020202020204" pitchFamily="34" charset="0"/>
              </a:rPr>
              <a:t>Dr. Max Maria Mustermann </a:t>
            </a:r>
            <a:br>
              <a:rPr lang="de-DE" b="1" dirty="0">
                <a:effectLst/>
                <a:latin typeface="Arial" panose="020B0604020202020204" pitchFamily="34" charset="0"/>
              </a:rPr>
            </a:br>
            <a:r>
              <a:rPr lang="de-DE" b="1" dirty="0">
                <a:effectLst/>
                <a:latin typeface="Arial" panose="020B0604020202020204" pitchFamily="34" charset="0"/>
              </a:rPr>
              <a:t>00.00.2020</a:t>
            </a:r>
            <a:endParaRPr lang="de-DE" dirty="0">
              <a:effectLst/>
              <a:latin typeface="Arial" panose="020B0604020202020204" pitchFamily="34" charset="0"/>
            </a:endParaRP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A0925BAD-1A03-46E3-83C6-927F3F2322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2189713"/>
            <a:ext cx="4513400" cy="146304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Präsentationstitel</a:t>
            </a:r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8A3F8208-5ABF-4B9A-B91A-356813173B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86000" y="440471"/>
            <a:ext cx="7720013" cy="80645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680" b="1" cap="all" spc="80" baseline="0"/>
            </a:lvl1pPr>
          </a:lstStyle>
          <a:p>
            <a:pPr lvl="0"/>
            <a:r>
              <a:rPr lang="de-DE" dirty="0"/>
              <a:t>Überschrift / Titel / Einrichtung XY</a:t>
            </a:r>
          </a:p>
        </p:txBody>
      </p:sp>
    </p:spTree>
    <p:extLst>
      <p:ext uri="{BB962C8B-B14F-4D97-AF65-F5344CB8AC3E}">
        <p14:creationId xmlns:p14="http://schemas.microsoft.com/office/powerpoint/2010/main" val="387477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äsentationstitel, LogoTeileinhe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A01B540-1535-644B-B828-DE3173BE5EAF}"/>
              </a:ext>
            </a:extLst>
          </p:cNvPr>
          <p:cNvSpPr/>
          <p:nvPr userDrawn="1"/>
        </p:nvSpPr>
        <p:spPr>
          <a:xfrm>
            <a:off x="5376454" y="1484313"/>
            <a:ext cx="6815545" cy="537368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7533C79E-54DD-6F46-82D1-830E85DABCAD}"/>
              </a:ext>
            </a:extLst>
          </p:cNvPr>
          <p:cNvSpPr txBox="1"/>
          <p:nvPr userDrawn="1"/>
        </p:nvSpPr>
        <p:spPr>
          <a:xfrm>
            <a:off x="4006545" y="431809"/>
            <a:ext cx="184731" cy="409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206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6968607-CF30-B14E-8DDB-DAB295493C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48700" y="2743200"/>
            <a:ext cx="3543300" cy="4114800"/>
          </a:xfrm>
          <a:prstGeom prst="rect">
            <a:avLst/>
          </a:prstGeom>
        </p:spPr>
      </p:pic>
      <p:sp>
        <p:nvSpPr>
          <p:cNvPr id="11" name="Textplatzhalter 4">
            <a:extLst>
              <a:ext uri="{FF2B5EF4-FFF2-40B4-BE49-F238E27FC236}">
                <a16:creationId xmlns:a16="http://schemas.microsoft.com/office/drawing/2014/main" id="{9AD86DE8-5751-A440-B2C4-58BF4A19C0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400" y="5184000"/>
            <a:ext cx="4509913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ts val="1800"/>
              </a:lnSpc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 dirty="0">
                <a:effectLst/>
                <a:latin typeface="Arial" panose="020B0604020202020204" pitchFamily="34" charset="0"/>
              </a:rPr>
              <a:t>Untertitel</a:t>
            </a:r>
          </a:p>
          <a:p>
            <a:r>
              <a:rPr lang="de-DE" b="1" dirty="0">
                <a:effectLst/>
                <a:latin typeface="Arial" panose="020B0604020202020204" pitchFamily="34" charset="0"/>
              </a:rPr>
              <a:t>Dr. Max Maria Mustermann </a:t>
            </a:r>
            <a:br>
              <a:rPr lang="de-DE" b="1" dirty="0">
                <a:effectLst/>
                <a:latin typeface="Arial" panose="020B0604020202020204" pitchFamily="34" charset="0"/>
              </a:rPr>
            </a:br>
            <a:r>
              <a:rPr lang="de-DE" b="1" dirty="0">
                <a:effectLst/>
                <a:latin typeface="Arial" panose="020B0604020202020204" pitchFamily="34" charset="0"/>
              </a:rPr>
              <a:t>00.00.2020</a:t>
            </a:r>
            <a:endParaRPr lang="de-DE" dirty="0">
              <a:effectLst/>
              <a:latin typeface="Arial" panose="020B0604020202020204" pitchFamily="34" charset="0"/>
            </a:endParaRPr>
          </a:p>
        </p:txBody>
      </p:sp>
      <p:sp>
        <p:nvSpPr>
          <p:cNvPr id="17" name="Bildplatzhalter 6">
            <a:extLst>
              <a:ext uri="{FF2B5EF4-FFF2-40B4-BE49-F238E27FC236}">
                <a16:creationId xmlns:a16="http://schemas.microsoft.com/office/drawing/2014/main" id="{CB3A64BB-66BD-574D-8D10-B6B91D0A2D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69881" y="613578"/>
            <a:ext cx="886967" cy="455148"/>
          </a:xfrm>
          <a:prstGeom prst="rect">
            <a:avLst/>
          </a:prstGeom>
        </p:spPr>
        <p:txBody>
          <a:bodyPr anchor="ctr" anchorCtr="0"/>
          <a:lstStyle>
            <a:lvl1pPr algn="ctr">
              <a:buFontTx/>
              <a:buNone/>
              <a:defRPr sz="800" baseline="0"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9FD34168-7A63-4BE9-B1FA-940397BC8D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2189713"/>
            <a:ext cx="4513400" cy="146304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Präsentationstitel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F69A4752-2B43-4B39-B027-47806A5DDC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86000" y="440471"/>
            <a:ext cx="7720013" cy="80645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680" b="1" cap="all" spc="80" baseline="0"/>
            </a:lvl1pPr>
          </a:lstStyle>
          <a:p>
            <a:pPr lvl="0"/>
            <a:r>
              <a:rPr lang="de-DE" dirty="0"/>
              <a:t>Überschrift / Titel / Einrichtung XY</a:t>
            </a:r>
          </a:p>
        </p:txBody>
      </p:sp>
    </p:spTree>
    <p:extLst>
      <p:ext uri="{BB962C8B-B14F-4D97-AF65-F5344CB8AC3E}">
        <p14:creationId xmlns:p14="http://schemas.microsoft.com/office/powerpoint/2010/main" val="2086145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äsentations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A01B540-1535-644B-B828-DE3173BE5EAF}"/>
              </a:ext>
            </a:extLst>
          </p:cNvPr>
          <p:cNvSpPr/>
          <p:nvPr userDrawn="1"/>
        </p:nvSpPr>
        <p:spPr>
          <a:xfrm>
            <a:off x="5376454" y="1484313"/>
            <a:ext cx="6815545" cy="5373687"/>
          </a:xfrm>
          <a:prstGeom prst="rect">
            <a:avLst/>
          </a:prstGeom>
          <a:solidFill>
            <a:srgbClr val="6164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7533C79E-54DD-6F46-82D1-830E85DABCAD}"/>
              </a:ext>
            </a:extLst>
          </p:cNvPr>
          <p:cNvSpPr txBox="1"/>
          <p:nvPr userDrawn="1"/>
        </p:nvSpPr>
        <p:spPr>
          <a:xfrm>
            <a:off x="4006545" y="431809"/>
            <a:ext cx="184731" cy="409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206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6968607-CF30-B14E-8DDB-DAB295493C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48700" y="2743200"/>
            <a:ext cx="3543300" cy="4114800"/>
          </a:xfrm>
          <a:prstGeom prst="rect">
            <a:avLst/>
          </a:prstGeom>
        </p:spPr>
      </p:pic>
      <p:sp>
        <p:nvSpPr>
          <p:cNvPr id="11" name="Textplatzhalter 4">
            <a:extLst>
              <a:ext uri="{FF2B5EF4-FFF2-40B4-BE49-F238E27FC236}">
                <a16:creationId xmlns:a16="http://schemas.microsoft.com/office/drawing/2014/main" id="{9AD86DE8-5751-A440-B2C4-58BF4A19C0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400" y="5184000"/>
            <a:ext cx="4509913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ts val="1800"/>
              </a:lnSpc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 dirty="0">
                <a:effectLst/>
                <a:latin typeface="Arial" panose="020B0604020202020204" pitchFamily="34" charset="0"/>
              </a:rPr>
              <a:t>Untertitel</a:t>
            </a:r>
          </a:p>
          <a:p>
            <a:r>
              <a:rPr lang="de-DE" b="1" dirty="0">
                <a:effectLst/>
                <a:latin typeface="Arial" panose="020B0604020202020204" pitchFamily="34" charset="0"/>
              </a:rPr>
              <a:t>Dr. Max Maria Mustermann </a:t>
            </a:r>
            <a:br>
              <a:rPr lang="de-DE" b="1" dirty="0">
                <a:effectLst/>
                <a:latin typeface="Arial" panose="020B0604020202020204" pitchFamily="34" charset="0"/>
              </a:rPr>
            </a:br>
            <a:r>
              <a:rPr lang="de-DE" b="1" dirty="0">
                <a:effectLst/>
                <a:latin typeface="Arial" panose="020B0604020202020204" pitchFamily="34" charset="0"/>
              </a:rPr>
              <a:t>00.00.2020</a:t>
            </a:r>
            <a:endParaRPr lang="de-DE" dirty="0">
              <a:effectLst/>
              <a:latin typeface="Arial" panose="020B0604020202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A54FBD0-4BBB-413C-96F0-376E5E59CA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2189713"/>
            <a:ext cx="4513400" cy="146304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Präsentationstitel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D4982841-B6DD-4A02-88CD-381D8C4A32A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86000" y="440471"/>
            <a:ext cx="7720013" cy="80645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680" b="1" cap="all" spc="80" baseline="0"/>
            </a:lvl1pPr>
          </a:lstStyle>
          <a:p>
            <a:pPr lvl="0"/>
            <a:r>
              <a:rPr lang="de-DE" dirty="0"/>
              <a:t>Überschrift / Titel / Einrichtung XY</a:t>
            </a:r>
          </a:p>
        </p:txBody>
      </p:sp>
    </p:spTree>
    <p:extLst>
      <p:ext uri="{BB962C8B-B14F-4D97-AF65-F5344CB8AC3E}">
        <p14:creationId xmlns:p14="http://schemas.microsoft.com/office/powerpoint/2010/main" val="3023470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125F89-1710-447C-BA80-DE17C2EF19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400" y="2151208"/>
            <a:ext cx="7200000" cy="141846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r>
              <a:rPr lang="de-DE" dirty="0"/>
              <a:t>1. Erstes Kapitel</a:t>
            </a:r>
          </a:p>
        </p:txBody>
      </p:sp>
    </p:spTree>
    <p:extLst>
      <p:ext uri="{BB962C8B-B14F-4D97-AF65-F5344CB8AC3E}">
        <p14:creationId xmlns:p14="http://schemas.microsoft.com/office/powerpoint/2010/main" val="2178750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_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‹Nr.›</a:t>
            </a:fld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8565346-2219-4849-9A7A-79720DD036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71700" y="444257"/>
            <a:ext cx="9577387" cy="104998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200" b="1"/>
            </a:lvl1pPr>
          </a:lstStyle>
          <a:p>
            <a:r>
              <a:rPr lang="de-DE" dirty="0"/>
              <a:t>Nur Titel</a:t>
            </a:r>
          </a:p>
        </p:txBody>
      </p:sp>
    </p:spTree>
    <p:extLst>
      <p:ext uri="{BB962C8B-B14F-4D97-AF65-F5344CB8AC3E}">
        <p14:creationId xmlns:p14="http://schemas.microsoft.com/office/powerpoint/2010/main" val="2514250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‹Nr.›</a:t>
            </a:fld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83A6560-2FDE-481D-9A8E-1866470D9A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80491" y="444249"/>
            <a:ext cx="9577019" cy="1042988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200" b="1"/>
            </a:lvl1pPr>
          </a:lstStyle>
          <a:p>
            <a:r>
              <a:rPr lang="de-DE" dirty="0"/>
              <a:t>Seitentitel mit einer Zeile oder</a:t>
            </a:r>
            <a:br>
              <a:rPr lang="de-DE" dirty="0"/>
            </a:br>
            <a:r>
              <a:rPr lang="de-DE" dirty="0"/>
              <a:t>maximal zwei Zeilen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5E4071A-44EF-49AA-BAC4-8488C57EBC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486" y="1493101"/>
            <a:ext cx="10166228" cy="9382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280"/>
              </a:lnSpc>
              <a:spcBef>
                <a:spcPts val="0"/>
              </a:spcBef>
              <a:buNone/>
              <a:defRPr sz="1900">
                <a:solidFill>
                  <a:srgbClr val="616468"/>
                </a:solidFill>
              </a:defRPr>
            </a:lvl1pPr>
            <a:lvl2pPr marL="407778" indent="0">
              <a:buNone/>
              <a:defRPr sz="1900">
                <a:solidFill>
                  <a:schemeClr val="tx2"/>
                </a:solidFill>
              </a:defRPr>
            </a:lvl2pPr>
            <a:lvl3pPr marL="815557" indent="0">
              <a:buNone/>
              <a:defRPr>
                <a:solidFill>
                  <a:schemeClr val="tx2"/>
                </a:solidFill>
              </a:defRPr>
            </a:lvl3pPr>
            <a:lvl4pPr marL="1223335" indent="0">
              <a:buNone/>
              <a:defRPr>
                <a:solidFill>
                  <a:schemeClr val="tx2"/>
                </a:solidFill>
              </a:defRPr>
            </a:lvl4pPr>
            <a:lvl5pPr marL="1631113" indent="0">
              <a:buNone/>
              <a:defRPr>
                <a:solidFill>
                  <a:schemeClr val="tx2"/>
                </a:solidFill>
              </a:defRPr>
            </a:lvl5pPr>
          </a:lstStyle>
          <a:p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Ne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quatur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? Quam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incipietur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accaepe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lenduciae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Itae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voluptatem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facepelita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dolupta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pore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pos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venti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blanien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tionsec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tempellabor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magnam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soloreria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quevoluptaturi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dolores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earis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dolute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vendae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nobis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ipsam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lab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ium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as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acculliqui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di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tecte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es quam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ressi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ulparis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apeliqui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ipiet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modio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. 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CC99ED17-8C0B-4A38-8622-48A70F4A88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6684" y="2635982"/>
            <a:ext cx="10166228" cy="2859210"/>
          </a:xfrm>
          <a:prstGeom prst="rect">
            <a:avLst/>
          </a:prstGeom>
        </p:spPr>
        <p:txBody>
          <a:bodyPr/>
          <a:lstStyle>
            <a:lvl1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"/>
              <a:defRPr sz="1900">
                <a:solidFill>
                  <a:srgbClr val="616468"/>
                </a:solidFill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900">
                <a:solidFill>
                  <a:srgbClr val="616468"/>
                </a:solidFill>
              </a:defRPr>
            </a:lvl2pPr>
          </a:lstStyle>
          <a:p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Itaquas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sitiam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vent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fuga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.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Pelit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laut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pliciis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rem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reptatio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beatem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illestius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consecabo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.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Offici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con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re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pedi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omnis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as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essi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sinci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totae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perit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quamet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aut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liscium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landia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quiasit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iuntur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.</a:t>
            </a:r>
          </a:p>
          <a:p>
            <a:pPr lvl="1"/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iuntur</a:t>
            </a:r>
            <a:endParaRPr lang="de-DE" dirty="0">
              <a:solidFill>
                <a:srgbClr val="2F2F2F"/>
              </a:solidFill>
              <a:latin typeface="Arial" panose="020B0604020202020204" pitchFamily="34" charset="0"/>
            </a:endParaRPr>
          </a:p>
          <a:p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Quunda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doloreste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volore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volores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maximus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eatur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sapicipici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ab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ium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non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nullori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dis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mos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autem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doluptassi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saniscitate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consequi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audae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simporem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si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venim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fugia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voloreptae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res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eturiam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aut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quiae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coribus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.</a:t>
            </a:r>
          </a:p>
          <a:p>
            <a:pPr lvl="1"/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iuntur</a:t>
            </a:r>
            <a:endParaRPr lang="de-DE" dirty="0">
              <a:solidFill>
                <a:srgbClr val="2F2F2F"/>
              </a:solidFill>
              <a:latin typeface="Arial" panose="020B0604020202020204" pitchFamily="34" charset="0"/>
            </a:endParaRPr>
          </a:p>
          <a:p>
            <a:pPr lvl="0">
              <a:defRPr/>
            </a:pP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Ucia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sam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quid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quo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doles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sequias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rat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facersp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edissuntotas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et,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nis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di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berum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verore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,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sequas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represcium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faccabo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.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Adistis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dolor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atur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aliquatem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quo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modis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accaecum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nossunt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,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ipsam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ratiam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,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voluptur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?</a:t>
            </a:r>
          </a:p>
          <a:p>
            <a:pPr lvl="1">
              <a:defRPr/>
            </a:pP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iuntur</a:t>
            </a:r>
            <a:endParaRPr lang="de-DE" dirty="0">
              <a:solidFill>
                <a:srgbClr val="2F2F2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513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rbübers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‹Nr.›</a:t>
            </a:fld>
            <a:endParaRPr lang="de-DE" dirty="0"/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FF3871DC-3AE6-0046-9798-2B74B19887B1}"/>
              </a:ext>
            </a:extLst>
          </p:cNvPr>
          <p:cNvSpPr/>
          <p:nvPr userDrawn="1"/>
        </p:nvSpPr>
        <p:spPr>
          <a:xfrm>
            <a:off x="442800" y="1484313"/>
            <a:ext cx="832193" cy="685829"/>
          </a:xfrm>
          <a:prstGeom prst="rect">
            <a:avLst/>
          </a:prstGeom>
          <a:solidFill>
            <a:schemeClr val="tx1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R 0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G 136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B 58</a:t>
            </a:r>
            <a:endParaRPr lang="de-DE" sz="915" baseline="0" dirty="0">
              <a:solidFill>
                <a:schemeClr val="bg1"/>
              </a:solidFill>
              <a:effectLst/>
              <a:latin typeface="LMU CompatilFact" panose="02000500060000020003" pitchFamily="2" charset="0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323A9624-D6DE-C345-9C75-F17A8B2EFEFC}"/>
              </a:ext>
            </a:extLst>
          </p:cNvPr>
          <p:cNvSpPr/>
          <p:nvPr userDrawn="1"/>
        </p:nvSpPr>
        <p:spPr>
          <a:xfrm>
            <a:off x="2820756" y="1484313"/>
            <a:ext cx="832193" cy="685829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15" b="1" baseline="0" dirty="0">
                <a:solidFill>
                  <a:schemeClr val="tx2"/>
                </a:solidFill>
                <a:effectLst/>
                <a:latin typeface="LMU CompatilFact" panose="02000500060000020003" pitchFamily="2" charset="0"/>
              </a:rPr>
              <a:t>R 255</a:t>
            </a:r>
          </a:p>
          <a:p>
            <a:r>
              <a:rPr lang="de-DE" sz="915" b="1" baseline="0" dirty="0">
                <a:solidFill>
                  <a:schemeClr val="tx2"/>
                </a:solidFill>
                <a:effectLst/>
                <a:latin typeface="LMU CompatilFact" panose="02000500060000020003" pitchFamily="2" charset="0"/>
              </a:rPr>
              <a:t>G 255</a:t>
            </a:r>
          </a:p>
          <a:p>
            <a:r>
              <a:rPr lang="de-DE" sz="915" b="1" baseline="0" dirty="0">
                <a:solidFill>
                  <a:schemeClr val="tx2"/>
                </a:solidFill>
                <a:effectLst/>
                <a:latin typeface="LMU CompatilFact" panose="02000500060000020003" pitchFamily="2" charset="0"/>
              </a:rPr>
              <a:t>B 255</a:t>
            </a:r>
            <a:endParaRPr lang="de-DE" sz="915" baseline="0" dirty="0">
              <a:solidFill>
                <a:schemeClr val="tx2"/>
              </a:solidFill>
              <a:effectLst/>
              <a:latin typeface="LMU CompatilFact" panose="02000500060000020003" pitchFamily="2" charset="0"/>
            </a:endParaRP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7699AD87-10CD-5C43-A6B2-3E71A6C1E6A5}"/>
              </a:ext>
            </a:extLst>
          </p:cNvPr>
          <p:cNvSpPr/>
          <p:nvPr userDrawn="1"/>
        </p:nvSpPr>
        <p:spPr>
          <a:xfrm>
            <a:off x="1631778" y="1484313"/>
            <a:ext cx="832193" cy="685829"/>
          </a:xfrm>
          <a:prstGeom prst="rect">
            <a:avLst/>
          </a:prstGeom>
          <a:solidFill>
            <a:schemeClr val="tx2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R 35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G 35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B 35</a:t>
            </a:r>
            <a:endParaRPr lang="de-DE" sz="915" baseline="0" dirty="0">
              <a:solidFill>
                <a:schemeClr val="bg1"/>
              </a:solidFill>
              <a:effectLst/>
              <a:latin typeface="LMU CompatilFact" panose="02000500060000020003" pitchFamily="2" charset="0"/>
            </a:endParaRP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7E6E40C0-B5CF-3040-971F-4D8BB55D0746}"/>
              </a:ext>
            </a:extLst>
          </p:cNvPr>
          <p:cNvSpPr/>
          <p:nvPr userDrawn="1"/>
        </p:nvSpPr>
        <p:spPr>
          <a:xfrm>
            <a:off x="442802" y="2240393"/>
            <a:ext cx="832193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sz="800" b="1" baseline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LMU Grün </a:t>
            </a:r>
            <a:br>
              <a:rPr lang="de-DE" sz="800" b="1" baseline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</a:br>
            <a:endParaRPr lang="de-DE" sz="800" baseline="0" dirty="0"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5A2A488E-BCE0-BB4B-959A-3AC0A2CF9AFD}"/>
              </a:ext>
            </a:extLst>
          </p:cNvPr>
          <p:cNvSpPr/>
          <p:nvPr userDrawn="1"/>
        </p:nvSpPr>
        <p:spPr>
          <a:xfrm>
            <a:off x="442800" y="3144823"/>
            <a:ext cx="607189" cy="500399"/>
          </a:xfrm>
          <a:prstGeom prst="rect">
            <a:avLst/>
          </a:prstGeom>
          <a:solidFill>
            <a:schemeClr val="bg2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R 98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G 100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B 104</a:t>
            </a:r>
            <a:endParaRPr lang="de-DE" sz="915" baseline="0" dirty="0">
              <a:solidFill>
                <a:schemeClr val="bg1"/>
              </a:solidFill>
              <a:effectLst/>
              <a:latin typeface="LMU CompatilFact" panose="02000500060000020003" pitchFamily="2" charset="0"/>
            </a:endParaRP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BAF76B9D-1CB6-774E-B88E-0CACB598FEF6}"/>
              </a:ext>
            </a:extLst>
          </p:cNvPr>
          <p:cNvSpPr/>
          <p:nvPr userDrawn="1"/>
        </p:nvSpPr>
        <p:spPr>
          <a:xfrm>
            <a:off x="2177818" y="3144823"/>
            <a:ext cx="607189" cy="500399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R 230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G 230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B 231</a:t>
            </a:r>
            <a:endParaRPr lang="de-DE" sz="915" baseline="0" dirty="0">
              <a:solidFill>
                <a:schemeClr val="bg1"/>
              </a:solidFill>
              <a:effectLst/>
              <a:latin typeface="LMU CompatilFact" panose="02000500060000020003" pitchFamily="2" charset="0"/>
            </a:endParaRP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D45CC143-00CB-E043-9C6B-880F634668A7}"/>
              </a:ext>
            </a:extLst>
          </p:cNvPr>
          <p:cNvSpPr/>
          <p:nvPr userDrawn="1"/>
        </p:nvSpPr>
        <p:spPr>
          <a:xfrm>
            <a:off x="1310310" y="3144823"/>
            <a:ext cx="607189" cy="500399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R 192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G 193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B 195</a:t>
            </a:r>
            <a:endParaRPr lang="de-DE" sz="915" baseline="0" dirty="0">
              <a:solidFill>
                <a:schemeClr val="bg1"/>
              </a:solidFill>
              <a:effectLst/>
              <a:latin typeface="LMU CompatilFact" panose="02000500060000020003" pitchFamily="2" charset="0"/>
            </a:endParaRP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C2788AA0-4D28-CA47-A881-1819C9B7F2B2}"/>
              </a:ext>
            </a:extLst>
          </p:cNvPr>
          <p:cNvSpPr/>
          <p:nvPr userDrawn="1"/>
        </p:nvSpPr>
        <p:spPr>
          <a:xfrm>
            <a:off x="3045759" y="3144823"/>
            <a:ext cx="607189" cy="500399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15" b="1" baseline="0" dirty="0">
                <a:solidFill>
                  <a:schemeClr val="tx2"/>
                </a:solidFill>
                <a:effectLst/>
                <a:latin typeface="LMU CompatilFact" panose="02000500060000020003" pitchFamily="2" charset="0"/>
              </a:rPr>
              <a:t>R 245</a:t>
            </a:r>
          </a:p>
          <a:p>
            <a:r>
              <a:rPr lang="de-DE" sz="915" b="1" baseline="0" dirty="0">
                <a:solidFill>
                  <a:schemeClr val="tx2"/>
                </a:solidFill>
                <a:effectLst/>
                <a:latin typeface="LMU CompatilFact" panose="02000500060000020003" pitchFamily="2" charset="0"/>
              </a:rPr>
              <a:t>G 245</a:t>
            </a:r>
          </a:p>
          <a:p>
            <a:r>
              <a:rPr lang="de-DE" sz="915" b="1" baseline="0" dirty="0">
                <a:solidFill>
                  <a:schemeClr val="tx2"/>
                </a:solidFill>
                <a:effectLst/>
                <a:latin typeface="LMU CompatilFact" panose="02000500060000020003" pitchFamily="2" charset="0"/>
              </a:rPr>
              <a:t>B 245</a:t>
            </a:r>
            <a:endParaRPr lang="de-DE" sz="915" baseline="0" dirty="0">
              <a:solidFill>
                <a:schemeClr val="tx2"/>
              </a:solidFill>
              <a:effectLst/>
              <a:latin typeface="LMU CompatilFact" panose="02000500060000020003" pitchFamily="2" charset="0"/>
            </a:endParaRP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20A40CC5-176B-9442-82E4-408CAB2349BC}"/>
              </a:ext>
            </a:extLst>
          </p:cNvPr>
          <p:cNvSpPr/>
          <p:nvPr userDrawn="1"/>
        </p:nvSpPr>
        <p:spPr>
          <a:xfrm>
            <a:off x="442802" y="3750534"/>
            <a:ext cx="60718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sz="800" b="1" baseline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Sekundär Dunkelgrau</a:t>
            </a:r>
            <a:endParaRPr lang="de-DE" sz="800" baseline="0" dirty="0"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FA56A28D-A369-AD4B-AF9B-25C454F18A4E}"/>
              </a:ext>
            </a:extLst>
          </p:cNvPr>
          <p:cNvSpPr/>
          <p:nvPr userDrawn="1"/>
        </p:nvSpPr>
        <p:spPr>
          <a:xfrm>
            <a:off x="1310310" y="3750534"/>
            <a:ext cx="60718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sz="800" b="1" baseline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Sekundär Mittelgrau</a:t>
            </a:r>
            <a:endParaRPr lang="de-DE" sz="800" baseline="0" dirty="0"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7EF2EF5B-E92A-5D4A-8161-D33FFACE7341}"/>
              </a:ext>
            </a:extLst>
          </p:cNvPr>
          <p:cNvSpPr/>
          <p:nvPr userDrawn="1"/>
        </p:nvSpPr>
        <p:spPr>
          <a:xfrm>
            <a:off x="2187234" y="3750534"/>
            <a:ext cx="60718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sz="800" b="1" baseline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Sekundär Hellgrau</a:t>
            </a:r>
            <a:endParaRPr lang="de-DE" sz="800" baseline="0" dirty="0"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14B21CFC-1C2A-AD4E-82DE-A68CEF4308BE}"/>
              </a:ext>
            </a:extLst>
          </p:cNvPr>
          <p:cNvSpPr/>
          <p:nvPr userDrawn="1"/>
        </p:nvSpPr>
        <p:spPr>
          <a:xfrm>
            <a:off x="3048909" y="3750534"/>
            <a:ext cx="60718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sz="800" b="1" baseline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Sekundär Lichtgrau</a:t>
            </a:r>
            <a:endParaRPr lang="de-DE" sz="800" baseline="0" dirty="0"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C73389B4-7374-AB43-B9CD-0CA5B6ED4B02}"/>
              </a:ext>
            </a:extLst>
          </p:cNvPr>
          <p:cNvSpPr/>
          <p:nvPr userDrawn="1"/>
        </p:nvSpPr>
        <p:spPr>
          <a:xfrm>
            <a:off x="1617118" y="2240392"/>
            <a:ext cx="832193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sz="800" b="1" baseline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Schwarz</a:t>
            </a:r>
            <a:endParaRPr lang="de-DE" sz="800" baseline="0" dirty="0"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A8E62580-B452-9141-99B8-14D406341FD8}"/>
              </a:ext>
            </a:extLst>
          </p:cNvPr>
          <p:cNvSpPr/>
          <p:nvPr userDrawn="1"/>
        </p:nvSpPr>
        <p:spPr>
          <a:xfrm>
            <a:off x="2821937" y="2240392"/>
            <a:ext cx="832193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sz="800" b="1" baseline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Weiss</a:t>
            </a:r>
            <a:endParaRPr lang="de-DE" sz="800" baseline="0" dirty="0"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5C5DB8B7-067A-624F-90A9-5FE69A8819FA}"/>
              </a:ext>
            </a:extLst>
          </p:cNvPr>
          <p:cNvSpPr/>
          <p:nvPr userDrawn="1"/>
        </p:nvSpPr>
        <p:spPr>
          <a:xfrm>
            <a:off x="4619182" y="1485446"/>
            <a:ext cx="607189" cy="500399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R 15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G 25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B 135</a:t>
            </a:r>
            <a:endParaRPr lang="de-DE" sz="915" baseline="0" dirty="0">
              <a:solidFill>
                <a:schemeClr val="bg1"/>
              </a:solidFill>
              <a:effectLst/>
              <a:latin typeface="LMU CompatilFact" panose="02000500060000020003" pitchFamily="2" charset="0"/>
            </a:endParaRPr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1A10FA4C-181C-BD41-AD4E-730F52457796}"/>
              </a:ext>
            </a:extLst>
          </p:cNvPr>
          <p:cNvSpPr/>
          <p:nvPr userDrawn="1"/>
        </p:nvSpPr>
        <p:spPr>
          <a:xfrm>
            <a:off x="6354200" y="1485446"/>
            <a:ext cx="607189" cy="500399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R 140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G 64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B 145</a:t>
            </a:r>
            <a:endParaRPr lang="de-DE" sz="915" baseline="0" dirty="0">
              <a:solidFill>
                <a:schemeClr val="bg1"/>
              </a:solidFill>
              <a:effectLst/>
              <a:latin typeface="LMU CompatilFact" panose="02000500060000020003" pitchFamily="2" charset="0"/>
            </a:endParaRPr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A2466A38-6ECC-DF4F-869F-B98502E2D6A6}"/>
              </a:ext>
            </a:extLst>
          </p:cNvPr>
          <p:cNvSpPr/>
          <p:nvPr userDrawn="1"/>
        </p:nvSpPr>
        <p:spPr>
          <a:xfrm>
            <a:off x="5486692" y="1485446"/>
            <a:ext cx="607189" cy="500399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R 100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G 59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B 227</a:t>
            </a:r>
            <a:endParaRPr lang="de-DE" sz="915" baseline="0" dirty="0">
              <a:solidFill>
                <a:schemeClr val="bg1"/>
              </a:solidFill>
              <a:effectLst/>
              <a:latin typeface="LMU CompatilFact" panose="02000500060000020003" pitchFamily="2" charset="0"/>
            </a:endParaRPr>
          </a:p>
        </p:txBody>
      </p:sp>
      <p:sp>
        <p:nvSpPr>
          <p:cNvPr id="69" name="Rechteck 68">
            <a:extLst>
              <a:ext uri="{FF2B5EF4-FFF2-40B4-BE49-F238E27FC236}">
                <a16:creationId xmlns:a16="http://schemas.microsoft.com/office/drawing/2014/main" id="{59F62C27-0EB2-5442-90B6-6A8F0C17931E}"/>
              </a:ext>
            </a:extLst>
          </p:cNvPr>
          <p:cNvSpPr/>
          <p:nvPr userDrawn="1"/>
        </p:nvSpPr>
        <p:spPr>
          <a:xfrm>
            <a:off x="7222141" y="1485446"/>
            <a:ext cx="607189" cy="500399"/>
          </a:xfrm>
          <a:prstGeom prst="rect">
            <a:avLst/>
          </a:prstGeom>
          <a:solidFill>
            <a:srgbClr val="DC0D15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R 215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G 25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B 25</a:t>
            </a:r>
            <a:endParaRPr lang="de-DE" sz="915" baseline="0" dirty="0">
              <a:solidFill>
                <a:schemeClr val="bg1"/>
              </a:solidFill>
              <a:effectLst/>
              <a:latin typeface="LMU CompatilFact" panose="02000500060000020003" pitchFamily="2" charset="0"/>
            </a:endParaRP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5B9B3239-0231-A24D-B42D-624E409B3D20}"/>
              </a:ext>
            </a:extLst>
          </p:cNvPr>
          <p:cNvSpPr/>
          <p:nvPr userDrawn="1"/>
        </p:nvSpPr>
        <p:spPr>
          <a:xfrm>
            <a:off x="4619184" y="2091158"/>
            <a:ext cx="607188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sz="800" b="1" baseline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Akzent Blau</a:t>
            </a:r>
            <a:endParaRPr lang="de-DE" sz="800" baseline="0" dirty="0"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D90492F4-04D9-0D48-A32F-3E322C29483A}"/>
              </a:ext>
            </a:extLst>
          </p:cNvPr>
          <p:cNvSpPr/>
          <p:nvPr userDrawn="1"/>
        </p:nvSpPr>
        <p:spPr>
          <a:xfrm>
            <a:off x="5486691" y="2091158"/>
            <a:ext cx="705915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sz="800" b="1" baseline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Akzent Cyan</a:t>
            </a:r>
            <a:endParaRPr lang="de-DE" sz="800" baseline="0" dirty="0"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2" name="Rechteck 71">
            <a:extLst>
              <a:ext uri="{FF2B5EF4-FFF2-40B4-BE49-F238E27FC236}">
                <a16:creationId xmlns:a16="http://schemas.microsoft.com/office/drawing/2014/main" id="{0C3949AB-62CF-6643-83F3-F76B12005678}"/>
              </a:ext>
            </a:extLst>
          </p:cNvPr>
          <p:cNvSpPr/>
          <p:nvPr userDrawn="1"/>
        </p:nvSpPr>
        <p:spPr>
          <a:xfrm>
            <a:off x="6363616" y="2091157"/>
            <a:ext cx="705914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sz="800" b="1" baseline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Akzent Violett</a:t>
            </a:r>
            <a:endParaRPr lang="de-DE" sz="800" baseline="0" dirty="0"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3CD1B9CD-D09C-5D4A-B064-6355897E2041}"/>
              </a:ext>
            </a:extLst>
          </p:cNvPr>
          <p:cNvSpPr/>
          <p:nvPr userDrawn="1"/>
        </p:nvSpPr>
        <p:spPr>
          <a:xfrm>
            <a:off x="7225291" y="2091158"/>
            <a:ext cx="607188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sz="800" b="1" baseline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Akzent Rot</a:t>
            </a:r>
            <a:endParaRPr lang="de-DE" sz="800" baseline="0" dirty="0"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E0B457DF-BD61-044B-ACA4-342889CA02A1}"/>
              </a:ext>
            </a:extLst>
          </p:cNvPr>
          <p:cNvSpPr/>
          <p:nvPr userDrawn="1"/>
        </p:nvSpPr>
        <p:spPr>
          <a:xfrm>
            <a:off x="4619182" y="2490933"/>
            <a:ext cx="607189" cy="500399"/>
          </a:xfrm>
          <a:prstGeom prst="rect">
            <a:avLst/>
          </a:prstGeom>
          <a:solidFill>
            <a:srgbClr val="F18700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R 241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G 135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B 0</a:t>
            </a:r>
            <a:endParaRPr lang="de-DE" sz="915" baseline="0" dirty="0">
              <a:solidFill>
                <a:schemeClr val="bg1"/>
              </a:solidFill>
              <a:effectLst/>
              <a:latin typeface="LMU CompatilFact" panose="02000500060000020003" pitchFamily="2" charset="0"/>
            </a:endParaRPr>
          </a:p>
        </p:txBody>
      </p:sp>
      <p:sp>
        <p:nvSpPr>
          <p:cNvPr id="75" name="Rechteck 74">
            <a:extLst>
              <a:ext uri="{FF2B5EF4-FFF2-40B4-BE49-F238E27FC236}">
                <a16:creationId xmlns:a16="http://schemas.microsoft.com/office/drawing/2014/main" id="{4931D8B5-D9AB-D547-B4C3-602A0499C239}"/>
              </a:ext>
            </a:extLst>
          </p:cNvPr>
          <p:cNvSpPr/>
          <p:nvPr userDrawn="1"/>
        </p:nvSpPr>
        <p:spPr>
          <a:xfrm>
            <a:off x="4619184" y="3096644"/>
            <a:ext cx="867508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sz="800" b="1" baseline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Akzent Orange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8565346-2219-4849-9A7A-79720DD036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77818" y="444257"/>
            <a:ext cx="9571269" cy="104998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200" b="1"/>
            </a:lvl1pPr>
          </a:lstStyle>
          <a:p>
            <a:r>
              <a:rPr lang="de-DE" dirty="0"/>
              <a:t>Farbübersicht</a:t>
            </a:r>
          </a:p>
        </p:txBody>
      </p:sp>
    </p:spTree>
    <p:extLst>
      <p:ext uri="{BB962C8B-B14F-4D97-AF65-F5344CB8AC3E}">
        <p14:creationId xmlns:p14="http://schemas.microsoft.com/office/powerpoint/2010/main" val="27746805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_mit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‹Nr.›</a:t>
            </a:fld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8565346-2219-4849-9A7A-79720DD036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80492" y="444257"/>
            <a:ext cx="9568595" cy="104998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200" b="1"/>
            </a:lvl1pPr>
          </a:lstStyle>
          <a:p>
            <a:r>
              <a:rPr lang="de-DE" dirty="0"/>
              <a:t>Titel mit Inhalt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BEFC134-44F4-4ACC-9EF7-B0CCCECBE3A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6088" y="1484313"/>
            <a:ext cx="11303000" cy="4929187"/>
          </a:xfrm>
          <a:prstGeom prst="rect">
            <a:avLst/>
          </a:prstGeom>
        </p:spPr>
        <p:txBody>
          <a:bodyPr/>
          <a:lstStyle>
            <a:lvl1pPr>
              <a:buClr>
                <a:schemeClr val="tx1"/>
              </a:buClr>
              <a:defRPr sz="2200">
                <a:solidFill>
                  <a:srgbClr val="616468"/>
                </a:solidFill>
              </a:defRPr>
            </a:lvl1pPr>
            <a:lvl2pPr>
              <a:buClr>
                <a:schemeClr val="tx1"/>
              </a:buClr>
              <a:defRPr sz="2100">
                <a:solidFill>
                  <a:srgbClr val="616468"/>
                </a:solidFill>
              </a:defRPr>
            </a:lvl2pPr>
            <a:lvl3pPr>
              <a:buClr>
                <a:schemeClr val="tx1"/>
              </a:buClr>
              <a:defRPr sz="2000">
                <a:solidFill>
                  <a:srgbClr val="616468"/>
                </a:solidFill>
              </a:defRPr>
            </a:lvl3pPr>
            <a:lvl4pPr>
              <a:buClr>
                <a:schemeClr val="tx1"/>
              </a:buClr>
              <a:defRPr sz="1900">
                <a:solidFill>
                  <a:srgbClr val="616468"/>
                </a:solidFill>
              </a:defRPr>
            </a:lvl4pPr>
            <a:lvl5pPr>
              <a:buClr>
                <a:schemeClr val="tx1"/>
              </a:buClr>
              <a:defRPr sz="1800">
                <a:solidFill>
                  <a:srgbClr val="616468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595358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_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‹Nr.›</a:t>
            </a:fld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8565346-2219-4849-9A7A-79720DD036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71700" y="444257"/>
            <a:ext cx="9577387" cy="104998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200" b="1"/>
            </a:lvl1pPr>
          </a:lstStyle>
          <a:p>
            <a:r>
              <a:rPr lang="de-DE" dirty="0"/>
              <a:t>Nur Titel</a:t>
            </a:r>
          </a:p>
        </p:txBody>
      </p:sp>
    </p:spTree>
    <p:extLst>
      <p:ext uri="{BB962C8B-B14F-4D97-AF65-F5344CB8AC3E}">
        <p14:creationId xmlns:p14="http://schemas.microsoft.com/office/powerpoint/2010/main" val="6102480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ück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4">
            <a:extLst>
              <a:ext uri="{FF2B5EF4-FFF2-40B4-BE49-F238E27FC236}">
                <a16:creationId xmlns:a16="http://schemas.microsoft.com/office/drawing/2014/main" id="{63CEC714-79BB-CB4B-8FB7-5903011CD8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400" y="5184000"/>
            <a:ext cx="5649600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ts val="1800"/>
              </a:lnSpc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 dirty="0">
                <a:effectLst/>
                <a:latin typeface="Arial" panose="020B0604020202020204" pitchFamily="34" charset="0"/>
              </a:rPr>
              <a:t>Absendername </a:t>
            </a:r>
            <a:br>
              <a:rPr lang="de-DE" b="1" dirty="0">
                <a:effectLst/>
                <a:latin typeface="Arial" panose="020B0604020202020204" pitchFamily="34" charset="0"/>
              </a:rPr>
            </a:br>
            <a:r>
              <a:rPr lang="de-DE" b="1" dirty="0">
                <a:effectLst/>
                <a:latin typeface="Arial" panose="020B0604020202020204" pitchFamily="34" charset="0"/>
              </a:rPr>
              <a:t>Musterstraße 00 · 80000 München · Tel. +49 89 0000 0000 </a:t>
            </a:r>
            <a:br>
              <a:rPr lang="de-DE" b="1" dirty="0">
                <a:effectLst/>
                <a:latin typeface="Arial" panose="020B0604020202020204" pitchFamily="34" charset="0"/>
              </a:rPr>
            </a:br>
            <a:r>
              <a:rPr lang="de-DE" b="1" dirty="0" err="1">
                <a:effectLst/>
                <a:latin typeface="Arial" panose="020B0604020202020204" pitchFamily="34" charset="0"/>
              </a:rPr>
              <a:t>info@musterdomain.de</a:t>
            </a:r>
            <a:r>
              <a:rPr lang="de-DE" b="1" dirty="0">
                <a:effectLst/>
                <a:latin typeface="Arial" panose="020B0604020202020204" pitchFamily="34" charset="0"/>
              </a:rPr>
              <a:t> · </a:t>
            </a:r>
            <a:r>
              <a:rPr lang="de-DE" b="1" dirty="0" err="1">
                <a:effectLst/>
                <a:latin typeface="Arial" panose="020B0604020202020204" pitchFamily="34" charset="0"/>
              </a:rPr>
              <a:t>www.musterdomain.de</a:t>
            </a:r>
            <a:endParaRPr lang="de-DE" dirty="0">
              <a:effectLst/>
              <a:latin typeface="Arial" panose="020B0604020202020204" pitchFamily="34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CD72F1F-1A49-6848-A8CB-5DD9EC0B6D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8648700" y="2743200"/>
            <a:ext cx="35433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783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emf"/><Relationship Id="rId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.emf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DFD8EF26-FA82-6D40-93F2-70EAE952FA46}"/>
              </a:ext>
            </a:extLst>
          </p:cNvPr>
          <p:cNvSpPr/>
          <p:nvPr userDrawn="1"/>
        </p:nvSpPr>
        <p:spPr>
          <a:xfrm>
            <a:off x="1" y="1483200"/>
            <a:ext cx="5376454" cy="5374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DA465598-6EE5-EE49-A177-6E3551F9A56A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446400" y="434007"/>
            <a:ext cx="11303000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6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76" r:id="rId2"/>
    <p:sldLayoutId id="2147483661" r:id="rId3"/>
    <p:sldLayoutId id="2147483677" r:id="rId4"/>
    <p:sldLayoutId id="2147483669" r:id="rId5"/>
    <p:sldLayoutId id="2147483655" r:id="rId6"/>
  </p:sldLayoutIdLst>
  <p:hf hdr="0" ftr="0"/>
  <p:txStyles>
    <p:titleStyle>
      <a:lvl1pPr algn="l" defTabSz="815557" rtl="0" eaLnBrk="1" latinLnBrk="0" hangingPunct="1">
        <a:lnSpc>
          <a:spcPct val="90000"/>
        </a:lnSpc>
        <a:spcBef>
          <a:spcPct val="0"/>
        </a:spcBef>
        <a:buNone/>
        <a:defRPr sz="39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3890" indent="-203890" algn="l" defTabSz="815557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2498" kern="1200">
          <a:solidFill>
            <a:schemeClr val="tx1"/>
          </a:solidFill>
          <a:latin typeface="+mn-lt"/>
          <a:ea typeface="+mn-ea"/>
          <a:cs typeface="+mn-cs"/>
        </a:defRPr>
      </a:lvl1pPr>
      <a:lvl2pPr marL="611668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2141" kern="1200">
          <a:solidFill>
            <a:schemeClr val="tx1"/>
          </a:solidFill>
          <a:latin typeface="+mn-lt"/>
          <a:ea typeface="+mn-ea"/>
          <a:cs typeface="+mn-cs"/>
        </a:defRPr>
      </a:lvl2pPr>
      <a:lvl3pPr marL="1019447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784" kern="1200">
          <a:solidFill>
            <a:schemeClr val="tx1"/>
          </a:solidFill>
          <a:latin typeface="+mn-lt"/>
          <a:ea typeface="+mn-ea"/>
          <a:cs typeface="+mn-cs"/>
        </a:defRPr>
      </a:lvl3pPr>
      <a:lvl4pPr marL="1427225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4pPr>
      <a:lvl5pPr marL="1835003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5pPr>
      <a:lvl6pPr marL="2242782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650560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3058339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466117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1pPr>
      <a:lvl2pPr marL="407778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2pPr>
      <a:lvl3pPr marL="815557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3pPr>
      <a:lvl4pPr marL="1223335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4pPr>
      <a:lvl5pPr marL="1631114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5pPr>
      <a:lvl6pPr marL="2038892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446670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2854449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262227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935" userDrawn="1">
          <p15:clr>
            <a:srgbClr val="F26B43"/>
          </p15:clr>
        </p15:guide>
        <p15:guide id="5" orient="horz" pos="4042" userDrawn="1">
          <p15:clr>
            <a:srgbClr val="F26B43"/>
          </p15:clr>
        </p15:guide>
        <p15:guide id="9" pos="7401" userDrawn="1">
          <p15:clr>
            <a:srgbClr val="F26B43"/>
          </p15:clr>
        </p15:guide>
        <p15:guide id="13" pos="279" userDrawn="1">
          <p15:clr>
            <a:srgbClr val="F26B43"/>
          </p15:clr>
        </p15:guide>
        <p15:guide id="14" orient="horz" pos="278" userDrawn="1">
          <p15:clr>
            <a:srgbClr val="F26B43"/>
          </p15:clr>
        </p15:guide>
        <p15:guide id="15" orient="horz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DFD8EF26-FA82-6D40-93F2-70EAE952FA46}"/>
              </a:ext>
            </a:extLst>
          </p:cNvPr>
          <p:cNvSpPr/>
          <p:nvPr userDrawn="1"/>
        </p:nvSpPr>
        <p:spPr>
          <a:xfrm>
            <a:off x="1" y="1483200"/>
            <a:ext cx="5376454" cy="5374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4EC720E-3048-2B4D-B927-E08F3BECF12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4500" y="416422"/>
            <a:ext cx="11303000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856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 ftr="0"/>
  <p:txStyles>
    <p:titleStyle>
      <a:lvl1pPr algn="l" defTabSz="815557" rtl="0" eaLnBrk="1" latinLnBrk="0" hangingPunct="1">
        <a:lnSpc>
          <a:spcPct val="90000"/>
        </a:lnSpc>
        <a:spcBef>
          <a:spcPct val="0"/>
        </a:spcBef>
        <a:buNone/>
        <a:defRPr sz="39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3890" indent="-203890" algn="l" defTabSz="815557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2498" kern="1200">
          <a:solidFill>
            <a:schemeClr val="tx1"/>
          </a:solidFill>
          <a:latin typeface="+mn-lt"/>
          <a:ea typeface="+mn-ea"/>
          <a:cs typeface="+mn-cs"/>
        </a:defRPr>
      </a:lvl1pPr>
      <a:lvl2pPr marL="611668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2141" kern="1200">
          <a:solidFill>
            <a:schemeClr val="tx1"/>
          </a:solidFill>
          <a:latin typeface="+mn-lt"/>
          <a:ea typeface="+mn-ea"/>
          <a:cs typeface="+mn-cs"/>
        </a:defRPr>
      </a:lvl2pPr>
      <a:lvl3pPr marL="1019447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784" kern="1200">
          <a:solidFill>
            <a:schemeClr val="tx1"/>
          </a:solidFill>
          <a:latin typeface="+mn-lt"/>
          <a:ea typeface="+mn-ea"/>
          <a:cs typeface="+mn-cs"/>
        </a:defRPr>
      </a:lvl3pPr>
      <a:lvl4pPr marL="1427225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4pPr>
      <a:lvl5pPr marL="1835003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5pPr>
      <a:lvl6pPr marL="2242782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650560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3058339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466117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1pPr>
      <a:lvl2pPr marL="407778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2pPr>
      <a:lvl3pPr marL="815557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3pPr>
      <a:lvl4pPr marL="1223335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4pPr>
      <a:lvl5pPr marL="1631114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5pPr>
      <a:lvl6pPr marL="2038892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446670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2854449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262227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935">
          <p15:clr>
            <a:srgbClr val="F26B43"/>
          </p15:clr>
        </p15:guide>
        <p15:guide id="5" orient="horz" pos="4042">
          <p15:clr>
            <a:srgbClr val="F26B43"/>
          </p15:clr>
        </p15:guide>
        <p15:guide id="9" pos="7401">
          <p15:clr>
            <a:srgbClr val="F26B43"/>
          </p15:clr>
        </p15:guide>
        <p15:guide id="13" pos="279">
          <p15:clr>
            <a:srgbClr val="F26B43"/>
          </p15:clr>
        </p15:guide>
        <p15:guide id="14" orient="horz" pos="278">
          <p15:clr>
            <a:srgbClr val="F26B43"/>
          </p15:clr>
        </p15:guide>
        <p15:guide id="15" orient="horz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2799E554-D74C-2D46-A4A0-20AFFC9B032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15000"/>
          </a:blip>
          <a:stretch>
            <a:fillRect/>
          </a:stretch>
        </p:blipFill>
        <p:spPr>
          <a:xfrm>
            <a:off x="8648700" y="2743200"/>
            <a:ext cx="3543300" cy="41148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5A7DF8FA-2683-4642-B02D-78840267E6F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46399" y="441325"/>
            <a:ext cx="1744349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947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78" r:id="rId2"/>
  </p:sldLayoutIdLst>
  <p:hf hdr="0" ftr="0"/>
  <p:txStyles>
    <p:titleStyle>
      <a:lvl1pPr algn="l" defTabSz="815557" rtl="0" eaLnBrk="1" latinLnBrk="0" hangingPunct="1">
        <a:lnSpc>
          <a:spcPct val="90000"/>
        </a:lnSpc>
        <a:spcBef>
          <a:spcPct val="0"/>
        </a:spcBef>
        <a:buNone/>
        <a:defRPr sz="39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3890" indent="-203890" algn="l" defTabSz="815557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2498" kern="1200">
          <a:solidFill>
            <a:schemeClr val="tx1"/>
          </a:solidFill>
          <a:latin typeface="+mn-lt"/>
          <a:ea typeface="+mn-ea"/>
          <a:cs typeface="+mn-cs"/>
        </a:defRPr>
      </a:lvl1pPr>
      <a:lvl2pPr marL="611668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2141" kern="1200">
          <a:solidFill>
            <a:schemeClr val="tx1"/>
          </a:solidFill>
          <a:latin typeface="+mn-lt"/>
          <a:ea typeface="+mn-ea"/>
          <a:cs typeface="+mn-cs"/>
        </a:defRPr>
      </a:lvl2pPr>
      <a:lvl3pPr marL="1019447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784" kern="1200">
          <a:solidFill>
            <a:schemeClr val="tx1"/>
          </a:solidFill>
          <a:latin typeface="+mn-lt"/>
          <a:ea typeface="+mn-ea"/>
          <a:cs typeface="+mn-cs"/>
        </a:defRPr>
      </a:lvl3pPr>
      <a:lvl4pPr marL="1427225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4pPr>
      <a:lvl5pPr marL="1835003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5pPr>
      <a:lvl6pPr marL="2242782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650560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3058339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466117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1pPr>
      <a:lvl2pPr marL="407778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2pPr>
      <a:lvl3pPr marL="815557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3pPr>
      <a:lvl4pPr marL="1223335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4pPr>
      <a:lvl5pPr marL="1631114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5pPr>
      <a:lvl6pPr marL="2038892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446670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2854449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262227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935">
          <p15:clr>
            <a:srgbClr val="F26B43"/>
          </p15:clr>
        </p15:guide>
        <p15:guide id="5" orient="horz" pos="4042">
          <p15:clr>
            <a:srgbClr val="F26B43"/>
          </p15:clr>
        </p15:guide>
        <p15:guide id="9" pos="7401">
          <p15:clr>
            <a:srgbClr val="F26B43"/>
          </p15:clr>
        </p15:guide>
        <p15:guide id="13" pos="279">
          <p15:clr>
            <a:srgbClr val="F26B43"/>
          </p15:clr>
        </p15:guide>
        <p15:guide id="14" orient="horz" pos="278">
          <p15:clr>
            <a:srgbClr val="F26B43"/>
          </p15:clr>
        </p15:guide>
        <p15:guide id="15" orient="horz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F26BA1FC-2AA7-46D3-BA9A-D73D533597C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46399" y="432533"/>
            <a:ext cx="1744349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184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74" r:id="rId3"/>
    <p:sldLayoutId id="2147483675" r:id="rId4"/>
  </p:sldLayoutIdLst>
  <p:hf hdr="0" ftr="0"/>
  <p:txStyles>
    <p:titleStyle>
      <a:lvl1pPr algn="l" defTabSz="815557" rtl="0" eaLnBrk="1" latinLnBrk="0" hangingPunct="1">
        <a:lnSpc>
          <a:spcPct val="90000"/>
        </a:lnSpc>
        <a:spcBef>
          <a:spcPct val="0"/>
        </a:spcBef>
        <a:buNone/>
        <a:defRPr sz="39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3890" indent="-203890" algn="l" defTabSz="815557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2498" kern="1200">
          <a:solidFill>
            <a:schemeClr val="tx1"/>
          </a:solidFill>
          <a:latin typeface="+mn-lt"/>
          <a:ea typeface="+mn-ea"/>
          <a:cs typeface="+mn-cs"/>
        </a:defRPr>
      </a:lvl1pPr>
      <a:lvl2pPr marL="611668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2141" kern="1200">
          <a:solidFill>
            <a:schemeClr val="tx1"/>
          </a:solidFill>
          <a:latin typeface="+mn-lt"/>
          <a:ea typeface="+mn-ea"/>
          <a:cs typeface="+mn-cs"/>
        </a:defRPr>
      </a:lvl2pPr>
      <a:lvl3pPr marL="1019447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784" kern="1200">
          <a:solidFill>
            <a:schemeClr val="tx1"/>
          </a:solidFill>
          <a:latin typeface="+mn-lt"/>
          <a:ea typeface="+mn-ea"/>
          <a:cs typeface="+mn-cs"/>
        </a:defRPr>
      </a:lvl3pPr>
      <a:lvl4pPr marL="1427225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4pPr>
      <a:lvl5pPr marL="1835003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5pPr>
      <a:lvl6pPr marL="2242782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650560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3058339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466117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1pPr>
      <a:lvl2pPr marL="407778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2pPr>
      <a:lvl3pPr marL="815557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3pPr>
      <a:lvl4pPr marL="1223335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4pPr>
      <a:lvl5pPr marL="1631114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5pPr>
      <a:lvl6pPr marL="2038892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446670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2854449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262227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935">
          <p15:clr>
            <a:srgbClr val="F26B43"/>
          </p15:clr>
        </p15:guide>
        <p15:guide id="5" orient="horz" pos="4042">
          <p15:clr>
            <a:srgbClr val="F26B43"/>
          </p15:clr>
        </p15:guide>
        <p15:guide id="9" pos="7401">
          <p15:clr>
            <a:srgbClr val="F26B43"/>
          </p15:clr>
        </p15:guide>
        <p15:guide id="13" pos="279">
          <p15:clr>
            <a:srgbClr val="F26B43"/>
          </p15:clr>
        </p15:guide>
        <p15:guide id="14" orient="horz" pos="278">
          <p15:clr>
            <a:srgbClr val="F26B43"/>
          </p15:clr>
        </p15:guide>
        <p15:guide id="15" orient="horz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8DED63A8-5311-184A-B74C-C37B428BFE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6400" y="442801"/>
            <a:ext cx="1745167" cy="82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104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  <p:hf hdr="0" ftr="0"/>
  <p:txStyles>
    <p:titleStyle>
      <a:lvl1pPr algn="l" defTabSz="815557" rtl="0" eaLnBrk="1" latinLnBrk="0" hangingPunct="1">
        <a:lnSpc>
          <a:spcPct val="90000"/>
        </a:lnSpc>
        <a:spcBef>
          <a:spcPct val="0"/>
        </a:spcBef>
        <a:buNone/>
        <a:defRPr sz="39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3890" indent="-203890" algn="l" defTabSz="815557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2498" kern="1200">
          <a:solidFill>
            <a:schemeClr val="tx1"/>
          </a:solidFill>
          <a:latin typeface="+mn-lt"/>
          <a:ea typeface="+mn-ea"/>
          <a:cs typeface="+mn-cs"/>
        </a:defRPr>
      </a:lvl1pPr>
      <a:lvl2pPr marL="611668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2141" kern="1200">
          <a:solidFill>
            <a:schemeClr val="tx1"/>
          </a:solidFill>
          <a:latin typeface="+mn-lt"/>
          <a:ea typeface="+mn-ea"/>
          <a:cs typeface="+mn-cs"/>
        </a:defRPr>
      </a:lvl2pPr>
      <a:lvl3pPr marL="1019447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784" kern="1200">
          <a:solidFill>
            <a:schemeClr val="tx1"/>
          </a:solidFill>
          <a:latin typeface="+mn-lt"/>
          <a:ea typeface="+mn-ea"/>
          <a:cs typeface="+mn-cs"/>
        </a:defRPr>
      </a:lvl3pPr>
      <a:lvl4pPr marL="1427225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4pPr>
      <a:lvl5pPr marL="1835003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5pPr>
      <a:lvl6pPr marL="2242782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650560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3058339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466117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1pPr>
      <a:lvl2pPr marL="407778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2pPr>
      <a:lvl3pPr marL="815557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3pPr>
      <a:lvl4pPr marL="1223335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4pPr>
      <a:lvl5pPr marL="1631114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5pPr>
      <a:lvl6pPr marL="2038892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446670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2854449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262227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935">
          <p15:clr>
            <a:srgbClr val="F26B43"/>
          </p15:clr>
        </p15:guide>
        <p15:guide id="5" orient="horz" pos="4042">
          <p15:clr>
            <a:srgbClr val="F26B43"/>
          </p15:clr>
        </p15:guide>
        <p15:guide id="9" pos="7401">
          <p15:clr>
            <a:srgbClr val="F26B43"/>
          </p15:clr>
        </p15:guide>
        <p15:guide id="13" pos="279">
          <p15:clr>
            <a:srgbClr val="F26B43"/>
          </p15:clr>
        </p15:guide>
        <p15:guide id="14" orient="horz" pos="278">
          <p15:clr>
            <a:srgbClr val="F26B43"/>
          </p15:clr>
        </p15:guide>
        <p15:guide id="15" orient="horz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package" Target="../embeddings/Microsoft_PowerPoint_Presentation.pptx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Verteidigung der Bachelorarbeit</a:t>
            </a:r>
          </a:p>
          <a:p>
            <a:r>
              <a:t>Vorname Nachname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Titel der Bachelorarbeit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Institut / Lehrstuhl  |  Betreuer: Name  |  Datum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dirty="0" err="1"/>
              <a:t>Einleitung</a:t>
            </a:r>
            <a:endParaRPr dirty="0"/>
          </a:p>
          <a:p>
            <a:r>
              <a:rPr dirty="0" err="1"/>
              <a:t>Grundlagen</a:t>
            </a:r>
            <a:endParaRPr dirty="0"/>
          </a:p>
          <a:p>
            <a:r>
              <a:rPr dirty="0" err="1"/>
              <a:t>Methodik</a:t>
            </a:r>
            <a:endParaRPr dirty="0"/>
          </a:p>
          <a:p>
            <a:r>
              <a:rPr dirty="0" err="1"/>
              <a:t>Ergebnisse</a:t>
            </a:r>
            <a:endParaRPr dirty="0"/>
          </a:p>
          <a:p>
            <a:r>
              <a:rPr dirty="0" err="1"/>
              <a:t>Diskussion</a:t>
            </a:r>
            <a:endParaRPr dirty="0"/>
          </a:p>
        </p:txBody>
      </p:sp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2</a:t>
            </a:fld>
            <a:endParaRPr lang="de-DE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Einleitung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2723" y="710474"/>
            <a:ext cx="9577387" cy="574315"/>
          </a:xfrm>
        </p:spPr>
        <p:txBody>
          <a:bodyPr/>
          <a:lstStyle/>
          <a:p>
            <a:r>
              <a:rPr sz="4000" dirty="0"/>
              <a:t>Motivation</a:t>
            </a: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4</a:t>
            </a:fld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6E6CA21-7FC4-98A5-5ADF-E0CD7A96E183}"/>
              </a:ext>
            </a:extLst>
          </p:cNvPr>
          <p:cNvSpPr txBox="1"/>
          <p:nvPr/>
        </p:nvSpPr>
        <p:spPr>
          <a:xfrm>
            <a:off x="806400" y="1699907"/>
            <a:ext cx="80482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dirty="0" err="1">
                <a:solidFill>
                  <a:schemeClr val="tx2"/>
                </a:solidFill>
              </a:rPr>
              <a:t>Bayes'sche</a:t>
            </a:r>
            <a:r>
              <a:rPr lang="de-DE" sz="1800" dirty="0">
                <a:solidFill>
                  <a:schemeClr val="tx2"/>
                </a:solidFill>
              </a:rPr>
              <a:t> Optimierung effizientes  und zuverlässiges Verfahren ABER</a:t>
            </a:r>
            <a:endParaRPr lang="de-DE" dirty="0">
              <a:solidFill>
                <a:schemeClr val="tx2"/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A157B58-4720-A0CD-6600-2B13E5633AB6}"/>
              </a:ext>
            </a:extLst>
          </p:cNvPr>
          <p:cNvSpPr txBox="1"/>
          <p:nvPr/>
        </p:nvSpPr>
        <p:spPr>
          <a:xfrm>
            <a:off x="2389208" y="2484357"/>
            <a:ext cx="79469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a</a:t>
            </a:r>
            <a:r>
              <a:rPr lang="de-DE" sz="1800" dirty="0"/>
              <a:t>nfälliger gegenüber von Bias, Messfehler,….also im allgemein Unsicherheit </a:t>
            </a:r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B488FD9-CAAD-B172-3B8A-D9F564173678}"/>
              </a:ext>
            </a:extLst>
          </p:cNvPr>
          <p:cNvSpPr txBox="1"/>
          <p:nvPr/>
        </p:nvSpPr>
        <p:spPr>
          <a:xfrm>
            <a:off x="806400" y="3429000"/>
            <a:ext cx="905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tx2"/>
                </a:solidFill>
              </a:rPr>
              <a:t>Daher Varianten die Unsicherheit berücksichtigen können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56774"/>
            <a:ext cx="9577387" cy="504868"/>
          </a:xfrm>
        </p:spPr>
        <p:txBody>
          <a:bodyPr/>
          <a:lstStyle/>
          <a:p>
            <a:r>
              <a:rPr sz="3600" dirty="0" err="1"/>
              <a:t>Forschungsfrage</a:t>
            </a:r>
            <a:endParaRPr sz="3600" dirty="0"/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5</a:t>
            </a:fld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A055061-A275-0C6A-58CE-82EE7C7D9234}"/>
              </a:ext>
            </a:extLst>
          </p:cNvPr>
          <p:cNvSpPr txBox="1"/>
          <p:nvPr/>
        </p:nvSpPr>
        <p:spPr>
          <a:xfrm>
            <a:off x="983848" y="2083443"/>
            <a:ext cx="10336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Wie performen diverse robusten </a:t>
            </a:r>
            <a:r>
              <a:rPr lang="de-DE" dirty="0" err="1"/>
              <a:t>Bayes'sche</a:t>
            </a:r>
            <a:r>
              <a:rPr lang="de-DE" dirty="0"/>
              <a:t> Optimierungsverfahren hinsichtlich simulierten Unsicherheit gegeneinander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2. </a:t>
            </a:r>
            <a:r>
              <a:rPr dirty="0" err="1"/>
              <a:t>Grundlagen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Black Bock –und </a:t>
            </a:r>
            <a:r>
              <a:rPr dirty="0" err="1"/>
              <a:t>Bayes'sche</a:t>
            </a:r>
            <a:r>
              <a:rPr dirty="0"/>
              <a:t> </a:t>
            </a:r>
            <a:r>
              <a:rPr dirty="0" err="1"/>
              <a:t>Optimierung</a:t>
            </a:r>
            <a:endParaRPr dirty="0"/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7</a:t>
            </a:fld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4C791B18-93B1-B3D3-E5F7-2A74B92171D7}"/>
                  </a:ext>
                </a:extLst>
              </p:cNvPr>
              <p:cNvSpPr txBox="1"/>
              <p:nvPr/>
            </p:nvSpPr>
            <p:spPr>
              <a:xfrm>
                <a:off x="983672" y="1717964"/>
                <a:ext cx="13050982" cy="729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b="1" dirty="0">
                    <a:solidFill>
                      <a:schemeClr val="tx2"/>
                    </a:solidFill>
                  </a:rPr>
                  <a:t>Black Bock </a:t>
                </a:r>
                <a:r>
                  <a:rPr lang="de-DE" b="1" dirty="0" err="1">
                    <a:solidFill>
                      <a:schemeClr val="tx2"/>
                    </a:solidFill>
                  </a:rPr>
                  <a:t>Optimerung</a:t>
                </a:r>
                <a:r>
                  <a:rPr lang="de-DE" b="1" dirty="0">
                    <a:solidFill>
                      <a:schemeClr val="tx2"/>
                    </a:solidFill>
                  </a:rPr>
                  <a:t> </a:t>
                </a:r>
                <a:r>
                  <a:rPr lang="de-DE" dirty="0">
                    <a:solidFill>
                      <a:schemeClr val="tx2"/>
                    </a:solidFill>
                  </a:rPr>
                  <a:t>: Allgemeines </a:t>
                </a:r>
                <a:r>
                  <a:rPr lang="de-DE" dirty="0" err="1">
                    <a:solidFill>
                      <a:schemeClr val="tx2"/>
                    </a:solidFill>
                  </a:rPr>
                  <a:t>Optimeurgsproblem</a:t>
                </a:r>
                <a:r>
                  <a:rPr lang="de-DE" dirty="0">
                    <a:solidFill>
                      <a:schemeClr val="tx2"/>
                    </a:solidFill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de-DE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de-DE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de-DE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func>
                          <m:funcPr>
                            <m:ctrlPr>
                              <a:rPr lang="de-DE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de-DE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de-DE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de-DE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de-DE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de-DE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𝒳</m:t>
                                </m:r>
                              </m:lim>
                            </m:limLow>
                          </m:fName>
                          <m:e>
                            <m:r>
                              <a:rPr lang="de-DE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de-DE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</m:func>
                  </m:oMath>
                </a14:m>
                <a:endParaRPr lang="de-DE" dirty="0"/>
              </a:p>
              <a:p>
                <a:r>
                  <a:rPr lang="de-DE" dirty="0"/>
                  <a:t> : </a:t>
                </a:r>
              </a:p>
            </p:txBody>
          </p:sp>
        </mc:Choice>
        <mc:Fallback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4C791B18-93B1-B3D3-E5F7-2A74B9217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672" y="1717964"/>
                <a:ext cx="13050982" cy="729943"/>
              </a:xfrm>
              <a:prstGeom prst="rect">
                <a:avLst/>
              </a:prstGeom>
              <a:blipFill>
                <a:blip r:embed="rId2"/>
                <a:stretch>
                  <a:fillRect l="-374" t="-5000" b="-125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F6F72A72-4B5E-750D-28AD-F2A14F6DDAD7}"/>
                  </a:ext>
                </a:extLst>
              </p:cNvPr>
              <p:cNvSpPr txBox="1"/>
              <p:nvPr/>
            </p:nvSpPr>
            <p:spPr>
              <a:xfrm>
                <a:off x="983672" y="2447907"/>
                <a:ext cx="13050982" cy="729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 err="1"/>
                  <a:t>Bayes'sche</a:t>
                </a:r>
                <a:r>
                  <a:rPr lang="de-DE" dirty="0"/>
                  <a:t> Optimierung </a:t>
                </a:r>
                <a:r>
                  <a:rPr lang="de-DE" dirty="0">
                    <a:solidFill>
                      <a:schemeClr val="tx2"/>
                    </a:solidFill>
                  </a:rPr>
                  <a:t>: </a:t>
                </a:r>
                <a:r>
                  <a:rPr lang="de-DE" dirty="0" err="1">
                    <a:solidFill>
                      <a:schemeClr val="tx2"/>
                    </a:solidFill>
                  </a:rPr>
                  <a:t>Spezeieles</a:t>
                </a:r>
                <a:r>
                  <a:rPr lang="de-DE" dirty="0">
                    <a:solidFill>
                      <a:schemeClr val="tx2"/>
                    </a:solidFill>
                  </a:rPr>
                  <a:t> </a:t>
                </a:r>
                <a:r>
                  <a:rPr lang="de-DE" dirty="0" err="1">
                    <a:solidFill>
                      <a:schemeClr val="tx2"/>
                    </a:solidFill>
                  </a:rPr>
                  <a:t>Optimeurgsverfahren</a:t>
                </a:r>
                <a:r>
                  <a:rPr lang="de-DE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de-DE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de-DE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de-DE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func>
                          <m:funcPr>
                            <m:ctrlPr>
                              <a:rPr lang="de-DE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de-DE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de-DE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de-DE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de-DE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de-DE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𝒳</m:t>
                                </m:r>
                              </m:lim>
                            </m:limLow>
                          </m:fName>
                          <m:e>
                            <m:r>
                              <a:rPr lang="de-DE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de-DE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</m:func>
                  </m:oMath>
                </a14:m>
                <a:endParaRPr lang="de-DE" dirty="0"/>
              </a:p>
              <a:p>
                <a:r>
                  <a:rPr lang="de-DE" dirty="0"/>
                  <a:t> : </a:t>
                </a:r>
              </a:p>
            </p:txBody>
          </p:sp>
        </mc:Choice>
        <mc:Fallback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F6F72A72-4B5E-750D-28AD-F2A14F6DDA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672" y="2447907"/>
                <a:ext cx="13050982" cy="729943"/>
              </a:xfrm>
              <a:prstGeom prst="rect">
                <a:avLst/>
              </a:prstGeom>
              <a:blipFill>
                <a:blip r:embed="rId3"/>
                <a:stretch>
                  <a:fillRect l="-374" t="-5042" b="-1344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Grafik 7">
            <a:extLst>
              <a:ext uri="{FF2B5EF4-FFF2-40B4-BE49-F238E27FC236}">
                <a16:creationId xmlns:a16="http://schemas.microsoft.com/office/drawing/2014/main" id="{55EFC3C6-18D1-39EE-83FD-B85F25C20A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0357" y="3069022"/>
            <a:ext cx="5443773" cy="3344721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58B1E1C8-2753-056D-86A3-85B5A3B2FAC4}"/>
              </a:ext>
            </a:extLst>
          </p:cNvPr>
          <p:cNvSpPr txBox="1"/>
          <p:nvPr/>
        </p:nvSpPr>
        <p:spPr>
          <a:xfrm>
            <a:off x="983672" y="3680151"/>
            <a:ext cx="51123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Algorithmus: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Erste Messwerte auswählen</a:t>
            </a:r>
            <a:r>
              <a:rPr lang="de-DE" dirty="0">
                <a:sym typeface="Wingdings" panose="05000000000000000000" pitchFamily="2" charset="2"/>
              </a:rPr>
              <a:t>: Priori wissen sammeln 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 err="1">
                <a:sym typeface="Wingdings" panose="05000000000000000000" pitchFamily="2" charset="2"/>
              </a:rPr>
              <a:t>Surrogatemodelel</a:t>
            </a:r>
            <a:r>
              <a:rPr lang="de-DE" dirty="0">
                <a:sym typeface="Wingdings" panose="05000000000000000000" pitchFamily="2" charset="2"/>
              </a:rPr>
              <a:t> trainieren: Vorhersage und Unsicherheit berechnen 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 err="1">
                <a:sym typeface="Wingdings" panose="05000000000000000000" pitchFamily="2" charset="2"/>
              </a:rPr>
              <a:t>Aquisitionsfunktion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optiemren</a:t>
            </a:r>
            <a:r>
              <a:rPr lang="de-DE" dirty="0">
                <a:sym typeface="Wingdings" panose="05000000000000000000" pitchFamily="2" charset="2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>
                <a:sym typeface="Wingdings" panose="05000000000000000000" pitchFamily="2" charset="2"/>
              </a:rPr>
              <a:t>Neue </a:t>
            </a:r>
            <a:r>
              <a:rPr lang="de-DE" dirty="0" err="1">
                <a:sym typeface="Wingdings" panose="05000000000000000000" pitchFamily="2" charset="2"/>
              </a:rPr>
              <a:t>Kanidaten</a:t>
            </a:r>
            <a:r>
              <a:rPr lang="de-DE" dirty="0">
                <a:sym typeface="Wingdings" panose="05000000000000000000" pitchFamily="2" charset="2"/>
              </a:rPr>
              <a:t> auswerden und zu schritt 2</a:t>
            </a:r>
            <a:endParaRPr lang="de-DE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Rauschmodelle: Input- und Output-Rauschen</a:t>
            </a: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8</a:t>
            </a:fld>
            <a:endParaRPr lang="de-DE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3. </a:t>
            </a:r>
            <a:r>
              <a:rPr dirty="0" err="1"/>
              <a:t>Methodik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Untersuchte</a:t>
            </a:r>
            <a:r>
              <a:rPr dirty="0"/>
              <a:t> </a:t>
            </a:r>
            <a:r>
              <a:rPr dirty="0" err="1"/>
              <a:t>Verfahren</a:t>
            </a:r>
            <a:r>
              <a:rPr dirty="0"/>
              <a:t> (1/2)</a:t>
            </a: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10</a:t>
            </a:fld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A0C377A-43D5-376A-BD58-F24DD1655553}"/>
              </a:ext>
            </a:extLst>
          </p:cNvPr>
          <p:cNvSpPr txBox="1"/>
          <p:nvPr/>
        </p:nvSpPr>
        <p:spPr>
          <a:xfrm>
            <a:off x="866323" y="1892989"/>
            <a:ext cx="60940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/>
              <a:t>Imprecise </a:t>
            </a:r>
            <a:r>
              <a:rPr lang="de-DE" sz="2000" b="1" dirty="0" err="1"/>
              <a:t>Gaussian</a:t>
            </a:r>
            <a:r>
              <a:rPr lang="de-DE" sz="2000" b="1" dirty="0"/>
              <a:t> </a:t>
            </a:r>
            <a:r>
              <a:rPr lang="de-DE" sz="2000" b="1" dirty="0" err="1"/>
              <a:t>Process</a:t>
            </a:r>
            <a:endParaRPr lang="de-DE" sz="2000" b="1" dirty="0"/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A3568D2C-1B73-3E45-3EAB-1512FBA2A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138789"/>
              </p:ext>
            </p:extLst>
          </p:nvPr>
        </p:nvGraphicFramePr>
        <p:xfrm>
          <a:off x="446400" y="4148218"/>
          <a:ext cx="4114025" cy="365760"/>
        </p:xfrm>
        <a:graphic>
          <a:graphicData uri="http://schemas.openxmlformats.org/drawingml/2006/table">
            <a:tbl>
              <a:tblPr/>
              <a:tblGrid>
                <a:gridCol w="403323">
                  <a:extLst>
                    <a:ext uri="{9D8B030D-6E8A-4147-A177-3AD203B41FA5}">
                      <a16:colId xmlns:a16="http://schemas.microsoft.com/office/drawing/2014/main" val="3565862599"/>
                    </a:ext>
                  </a:extLst>
                </a:gridCol>
                <a:gridCol w="3710702">
                  <a:extLst>
                    <a:ext uri="{9D8B030D-6E8A-4147-A177-3AD203B41FA5}">
                      <a16:colId xmlns:a16="http://schemas.microsoft.com/office/drawing/2014/main" val="40956050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800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800" b="1" dirty="0"/>
                        <a:t>Robust </a:t>
                      </a:r>
                      <a:r>
                        <a:rPr lang="de-DE" sz="1800" b="1" dirty="0" err="1"/>
                        <a:t>Relevance</a:t>
                      </a:r>
                      <a:r>
                        <a:rPr lang="de-DE" sz="1800" b="1" dirty="0"/>
                        <a:t> </a:t>
                      </a:r>
                      <a:r>
                        <a:rPr lang="de-DE" sz="1800" b="1" dirty="0" err="1"/>
                        <a:t>Pursuit</a:t>
                      </a:r>
                      <a:r>
                        <a:rPr lang="de-DE" sz="1800" b="1" dirty="0"/>
                        <a:t> GP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6775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Untersuchte Verfahren (2/2)</a:t>
            </a: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11</a:t>
            </a:fld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F522A3D-FAF9-9DBA-4AB5-0595F114F9D2}"/>
              </a:ext>
            </a:extLst>
          </p:cNvPr>
          <p:cNvSpPr txBox="1"/>
          <p:nvPr/>
        </p:nvSpPr>
        <p:spPr>
          <a:xfrm>
            <a:off x="806400" y="1707794"/>
            <a:ext cx="60940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/>
              <a:t>Adversarially robuste BO - </a:t>
            </a:r>
            <a:r>
              <a:rPr lang="de-DE" sz="2000" b="1" dirty="0" err="1"/>
              <a:t>StableOpt</a:t>
            </a:r>
            <a:endParaRPr lang="de-DE" sz="2000" b="1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AD495D3-403F-024E-6AA8-51FE90E57E8D}"/>
              </a:ext>
            </a:extLst>
          </p:cNvPr>
          <p:cNvSpPr txBox="1"/>
          <p:nvPr/>
        </p:nvSpPr>
        <p:spPr>
          <a:xfrm>
            <a:off x="838833" y="4992392"/>
            <a:ext cx="60940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/>
              <a:t>Distributionally Robust BO -DRBO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BCF4946-62DA-B773-C654-AC474EC90EBA}"/>
              </a:ext>
            </a:extLst>
          </p:cNvPr>
          <p:cNvSpPr txBox="1"/>
          <p:nvPr/>
        </p:nvSpPr>
        <p:spPr>
          <a:xfrm>
            <a:off x="838833" y="3365482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AIRBO 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F2D9FBD-FD17-1CEE-3C86-29CD1FB54674}"/>
              </a:ext>
            </a:extLst>
          </p:cNvPr>
          <p:cNvSpPr txBox="1"/>
          <p:nvPr/>
        </p:nvSpPr>
        <p:spPr>
          <a:xfrm>
            <a:off x="1963356" y="5540305"/>
            <a:ext cx="4416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Untersuchung hier im </a:t>
            </a:r>
            <a:r>
              <a:rPr lang="de-DE" dirty="0" err="1"/>
              <a:t>Vergelich</a:t>
            </a:r>
            <a:r>
              <a:rPr lang="de-DE" dirty="0"/>
              <a:t> schwierig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1" y="548430"/>
            <a:ext cx="3924300" cy="585890"/>
          </a:xfrm>
        </p:spPr>
        <p:txBody>
          <a:bodyPr/>
          <a:lstStyle/>
          <a:p>
            <a:r>
              <a:rPr dirty="0"/>
              <a:t>Benchmark-Setup</a:t>
            </a: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12</a:t>
            </a:fld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4C7ECAE-C1E8-64D6-6F9D-647D959EBA17}"/>
              </a:ext>
            </a:extLst>
          </p:cNvPr>
          <p:cNvSpPr txBox="1"/>
          <p:nvPr/>
        </p:nvSpPr>
        <p:spPr>
          <a:xfrm>
            <a:off x="636608" y="1932443"/>
            <a:ext cx="4294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24 </a:t>
            </a:r>
            <a:r>
              <a:rPr lang="de-DE" dirty="0" err="1"/>
              <a:t>Benachmarkfunktion</a:t>
            </a:r>
            <a:r>
              <a:rPr lang="de-DE" dirty="0"/>
              <a:t> 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655EF3B-8758-9C93-49CB-A67320DBBA88}"/>
              </a:ext>
            </a:extLst>
          </p:cNvPr>
          <p:cNvSpPr txBox="1"/>
          <p:nvPr/>
        </p:nvSpPr>
        <p:spPr>
          <a:xfrm>
            <a:off x="636608" y="3454065"/>
            <a:ext cx="20646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Configuationsliste</a:t>
            </a:r>
            <a:r>
              <a:rPr lang="de-DE" dirty="0"/>
              <a:t> 	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32C8936-BD25-EF2C-999F-6A48F2F3921B}"/>
              </a:ext>
            </a:extLst>
          </p:cNvPr>
          <p:cNvSpPr txBox="1"/>
          <p:nvPr/>
        </p:nvSpPr>
        <p:spPr>
          <a:xfrm>
            <a:off x="636608" y="4626172"/>
            <a:ext cx="2662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Sechs BO Verfahren 	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FBAD3AC3-8B22-1B5E-FC3F-EAE933DABC98}"/>
              </a:ext>
            </a:extLst>
          </p:cNvPr>
          <p:cNvSpPr/>
          <p:nvPr/>
        </p:nvSpPr>
        <p:spPr>
          <a:xfrm>
            <a:off x="4618298" y="3185772"/>
            <a:ext cx="1851950" cy="8333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Bayes'sche</a:t>
            </a:r>
            <a:r>
              <a:rPr lang="de-DE" dirty="0"/>
              <a:t> Optimierung</a:t>
            </a: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CCC8E8D8-E845-3D5F-EBDC-36AD24140018}"/>
              </a:ext>
            </a:extLst>
          </p:cNvPr>
          <p:cNvCxnSpPr/>
          <p:nvPr/>
        </p:nvCxnSpPr>
        <p:spPr>
          <a:xfrm>
            <a:off x="3298785" y="2117109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3AB56EC1-CCBC-8E89-0FF0-B609860FBFFF}"/>
              </a:ext>
            </a:extLst>
          </p:cNvPr>
          <p:cNvCxnSpPr>
            <a:cxnSpLocks/>
          </p:cNvCxnSpPr>
          <p:nvPr/>
        </p:nvCxnSpPr>
        <p:spPr>
          <a:xfrm>
            <a:off x="2783711" y="3665986"/>
            <a:ext cx="14294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927BD28F-9C45-B89C-2079-5CD1670CD061}"/>
              </a:ext>
            </a:extLst>
          </p:cNvPr>
          <p:cNvCxnSpPr>
            <a:cxnSpLocks/>
          </p:cNvCxnSpPr>
          <p:nvPr/>
        </p:nvCxnSpPr>
        <p:spPr>
          <a:xfrm flipV="1">
            <a:off x="3298785" y="4220951"/>
            <a:ext cx="1030147" cy="7745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930466E6-A548-BC68-37AC-FEC606970A8F}"/>
              </a:ext>
            </a:extLst>
          </p:cNvPr>
          <p:cNvCxnSpPr>
            <a:cxnSpLocks/>
          </p:cNvCxnSpPr>
          <p:nvPr/>
        </p:nvCxnSpPr>
        <p:spPr>
          <a:xfrm>
            <a:off x="6759615" y="3584963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87F4946D-D2DF-D0EA-0171-4ADBDAEACB7E}"/>
              </a:ext>
            </a:extLst>
          </p:cNvPr>
          <p:cNvSpPr/>
          <p:nvPr/>
        </p:nvSpPr>
        <p:spPr>
          <a:xfrm>
            <a:off x="7791690" y="3168274"/>
            <a:ext cx="1851950" cy="8333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Bewertungsmetriken</a:t>
            </a:r>
            <a:r>
              <a:rPr lang="de-DE" dirty="0"/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07114"/>
            <a:ext cx="9577387" cy="632189"/>
          </a:xfrm>
        </p:spPr>
        <p:txBody>
          <a:bodyPr/>
          <a:lstStyle/>
          <a:p>
            <a:r>
              <a:rPr lang="de-DE" sz="3200" dirty="0"/>
              <a:t>Erfolgsbestimmung durch Metriken </a:t>
            </a:r>
            <a:endParaRPr sz="3200" dirty="0"/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13</a:t>
            </a:fld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9EC6336-93A4-8639-B435-81C7549FE28C}"/>
              </a:ext>
            </a:extLst>
          </p:cNvPr>
          <p:cNvSpPr txBox="1"/>
          <p:nvPr/>
        </p:nvSpPr>
        <p:spPr>
          <a:xfrm>
            <a:off x="806400" y="1985984"/>
            <a:ext cx="105367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chemeClr val="tx2"/>
                </a:solidFill>
              </a:rPr>
              <a:t>Misst, wie weit die beste gefundene Lösung vom tatsächlichen Optimum entfernt ist.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468198B-7EEC-9061-0049-BF2E799521D9}"/>
              </a:ext>
            </a:extLst>
          </p:cNvPr>
          <p:cNvSpPr txBox="1"/>
          <p:nvPr/>
        </p:nvSpPr>
        <p:spPr>
          <a:xfrm>
            <a:off x="708950" y="1478153"/>
            <a:ext cx="20111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Simple </a:t>
            </a:r>
            <a:r>
              <a:rPr lang="de-DE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Regret</a:t>
            </a:r>
            <a:r>
              <a:rPr lang="de-DE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de-DE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010D4B90-2375-BF14-86AF-32B8D39B6327}"/>
                  </a:ext>
                </a:extLst>
              </p:cNvPr>
              <p:cNvSpPr txBox="1"/>
              <p:nvPr/>
            </p:nvSpPr>
            <p:spPr>
              <a:xfrm>
                <a:off x="2874545" y="2475791"/>
                <a:ext cx="6094070" cy="4720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de-DE" i="1">
                              <a:latin typeface="+mn-lt"/>
                            </a:rPr>
                          </m:ctrlPr>
                        </m:borderBoxPr>
                        <m:e>
                          <m:sSub>
                            <m:sSubPr>
                              <m:ctrlPr>
                                <a:rPr lang="de-DE" i="1">
                                  <a:latin typeface="+mn-lt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+mn-lt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de-DE" i="1">
                                  <a:latin typeface="+mn-lt"/>
                                </a:rPr>
                                <m:t>𝑇</m:t>
                              </m:r>
                            </m:sub>
                          </m:sSub>
                          <m:r>
                            <a:rPr lang="de-DE" i="0">
                              <a:latin typeface="+mn-lt"/>
                            </a:rPr>
                            <m:t>=</m:t>
                          </m:r>
                          <m:r>
                            <a:rPr lang="de-DE" i="1">
                              <a:latin typeface="+mn-lt"/>
                            </a:rPr>
                            <m:t>𝑓</m:t>
                          </m:r>
                          <m:d>
                            <m:dPr>
                              <m:ctrlPr>
                                <a:rPr lang="de-DE" i="1">
                                  <a:latin typeface="+mn-lt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+mn-lt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ˆ"/>
                                      <m:ctrlPr>
                                        <a:rPr lang="de-DE" i="1">
                                          <a:latin typeface="+mn-lt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i="1">
                                          <a:latin typeface="+mn-lt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e-DE" i="1">
                                      <a:latin typeface="+mn-lt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</m:d>
                          <m:r>
                            <a:rPr lang="de-DE" i="0">
                              <a:latin typeface="+mn-lt"/>
                            </a:rPr>
                            <m:t>−</m:t>
                          </m:r>
                          <m:r>
                            <a:rPr lang="de-DE" i="1">
                              <a:latin typeface="+mn-lt"/>
                            </a:rPr>
                            <m:t>𝑓</m:t>
                          </m:r>
                          <m:d>
                            <m:dPr>
                              <m:ctrlPr>
                                <a:rPr lang="de-DE" i="1">
                                  <a:latin typeface="+mn-lt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de-DE" i="1">
                                      <a:latin typeface="+mn-lt"/>
                                    </a:rPr>
                                  </m:ctrlPr>
                                </m:sSupPr>
                                <m:e>
                                  <m:r>
                                    <a:rPr lang="de-DE" i="1">
                                      <a:latin typeface="+mn-lt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de-DE" i="0">
                                      <a:latin typeface="+mn-lt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</m:borderBox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010D4B90-2375-BF14-86AF-32B8D39B63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4545" y="2475791"/>
                <a:ext cx="6094070" cy="4720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feld 10">
            <a:extLst>
              <a:ext uri="{FF2B5EF4-FFF2-40B4-BE49-F238E27FC236}">
                <a16:creationId xmlns:a16="http://schemas.microsoft.com/office/drawing/2014/main" id="{8CFACB4E-E695-0F35-812C-B267A8C4652B}"/>
              </a:ext>
            </a:extLst>
          </p:cNvPr>
          <p:cNvSpPr txBox="1"/>
          <p:nvPr/>
        </p:nvSpPr>
        <p:spPr>
          <a:xfrm>
            <a:off x="649027" y="3236787"/>
            <a:ext cx="60940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Cumulative</a:t>
            </a:r>
            <a:r>
              <a:rPr lang="de-DE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de-DE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Regret</a:t>
            </a:r>
            <a:r>
              <a:rPr lang="de-DE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AF8CA87-BF21-E1E4-32EB-086197A97179}"/>
              </a:ext>
            </a:extLst>
          </p:cNvPr>
          <p:cNvSpPr txBox="1"/>
          <p:nvPr/>
        </p:nvSpPr>
        <p:spPr>
          <a:xfrm>
            <a:off x="806400" y="3771819"/>
            <a:ext cx="10536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chemeClr val="tx2"/>
                </a:solidFill>
              </a:rPr>
              <a:t>Misst, wie viel Verlust ein Algorithmus über alle Iterationen hinweg im Vergleich zur optimalen Entscheidung ansammelt.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6313CF41-89FE-E2AA-77EC-EEB39589BD12}"/>
                  </a:ext>
                </a:extLst>
              </p:cNvPr>
              <p:cNvSpPr txBox="1"/>
              <p:nvPr/>
            </p:nvSpPr>
            <p:spPr>
              <a:xfrm>
                <a:off x="2987113" y="4301504"/>
                <a:ext cx="6094070" cy="8712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i="1">
                              <a:latin typeface="+mn-lt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+mn-lt"/>
                            </a:rPr>
                            <m:t>𝑅</m:t>
                          </m:r>
                        </m:e>
                        <m:sub>
                          <m:r>
                            <a:rPr lang="de-DE" i="1">
                              <a:latin typeface="+mn-lt"/>
                            </a:rPr>
                            <m:t>𝑇</m:t>
                          </m:r>
                        </m:sub>
                      </m:sSub>
                      <m:r>
                        <a:rPr lang="de-DE" i="0">
                          <a:latin typeface="+mn-lt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de-DE" i="1">
                              <a:latin typeface="+mn-lt"/>
                            </a:rPr>
                          </m:ctrlPr>
                        </m:naryPr>
                        <m:sub>
                          <m:r>
                            <a:rPr lang="de-DE" i="1">
                              <a:latin typeface="+mn-lt"/>
                            </a:rPr>
                            <m:t>𝑡</m:t>
                          </m:r>
                          <m:r>
                            <a:rPr lang="de-DE" i="0">
                              <a:latin typeface="+mn-lt"/>
                            </a:rPr>
                            <m:t>=1</m:t>
                          </m:r>
                        </m:sub>
                        <m:sup>
                          <m:r>
                            <a:rPr lang="de-DE" i="1">
                              <a:latin typeface="+mn-lt"/>
                            </a:rPr>
                            <m:t>𝑇</m:t>
                          </m:r>
                        </m:sup>
                        <m:e>
                          <m:d>
                            <m:dPr>
                              <m:ctrlPr>
                                <a:rPr lang="de-DE" i="1">
                                  <a:latin typeface="+mn-lt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+mn-lt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de-DE" i="1">
                                      <a:latin typeface="+mn-lt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i="1">
                                          <a:latin typeface="+mn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+mn-lt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+mn-lt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de-DE" i="0">
                                  <a:latin typeface="+mn-lt"/>
                                </a:rPr>
                                <m:t>−</m:t>
                              </m:r>
                              <m:r>
                                <a:rPr lang="de-DE" i="1">
                                  <a:latin typeface="+mn-lt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de-DE" i="1">
                                      <a:latin typeface="+mn-lt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de-DE" i="1">
                                          <a:latin typeface="+mn-lt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DE" i="1">
                                          <a:latin typeface="+mn-lt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de-DE" i="0">
                                          <a:latin typeface="+mn-lt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6313CF41-89FE-E2AA-77EC-EEB39589BD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113" y="4301504"/>
                <a:ext cx="6094070" cy="8712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feld 15">
            <a:extLst>
              <a:ext uri="{FF2B5EF4-FFF2-40B4-BE49-F238E27FC236}">
                <a16:creationId xmlns:a16="http://schemas.microsoft.com/office/drawing/2014/main" id="{8F15A029-D671-3903-226A-A43716D00CD1}"/>
              </a:ext>
            </a:extLst>
          </p:cNvPr>
          <p:cNvSpPr txBox="1"/>
          <p:nvPr/>
        </p:nvSpPr>
        <p:spPr>
          <a:xfrm>
            <a:off x="708950" y="5511487"/>
            <a:ext cx="100335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Ziel : </a:t>
            </a:r>
            <a:r>
              <a:rPr lang="de-DE" dirty="0"/>
              <a:t>Mittels Metriken kann die kann der Fortschritt der einzeln Verfahren gemessen werden und </a:t>
            </a:r>
            <a:br>
              <a:rPr lang="de-DE" dirty="0"/>
            </a:br>
            <a:r>
              <a:rPr lang="de-DE" dirty="0"/>
              <a:t>	  gegeneinander </a:t>
            </a:r>
            <a:r>
              <a:rPr lang="de-DE" dirty="0" err="1"/>
              <a:t>vergelichbar</a:t>
            </a:r>
            <a:r>
              <a:rPr lang="de-DE" dirty="0"/>
              <a:t> gemacht werden. </a:t>
            </a:r>
            <a:br>
              <a:rPr lang="de-DE" dirty="0"/>
            </a:br>
            <a:r>
              <a:rPr lang="de-DE" dirty="0"/>
              <a:t>         Die Art der Metriken liefert was für ein Fortschritt gemessen wird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99023" y="656180"/>
            <a:ext cx="2064634" cy="423844"/>
          </a:xfrm>
        </p:spPr>
        <p:txBody>
          <a:bodyPr/>
          <a:lstStyle/>
          <a:p>
            <a:r>
              <a:rPr sz="3200" dirty="0"/>
              <a:t>Pipeline</a:t>
            </a:r>
            <a:endParaRPr dirty="0"/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14</a:t>
            </a:fld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3F2D892-C430-0A93-CAB7-6C3E1D58C1CD}"/>
              </a:ext>
            </a:extLst>
          </p:cNvPr>
          <p:cNvSpPr txBox="1"/>
          <p:nvPr/>
        </p:nvSpPr>
        <p:spPr>
          <a:xfrm>
            <a:off x="342228" y="2545388"/>
            <a:ext cx="31417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Conifuations</a:t>
            </a:r>
            <a:r>
              <a:rPr lang="de-DE" dirty="0"/>
              <a:t> der zu </a:t>
            </a:r>
            <a:r>
              <a:rPr lang="de-DE" dirty="0" err="1"/>
              <a:t>bestimmenten</a:t>
            </a:r>
            <a:r>
              <a:rPr lang="de-DE" dirty="0"/>
              <a:t> </a:t>
            </a:r>
            <a:r>
              <a:rPr lang="de-DE" dirty="0" err="1"/>
              <a:t>Paramter</a:t>
            </a:r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2E627EA-CBE0-0FCA-4B61-075802A3C904}"/>
              </a:ext>
            </a:extLst>
          </p:cNvPr>
          <p:cNvSpPr txBox="1"/>
          <p:nvPr/>
        </p:nvSpPr>
        <p:spPr>
          <a:xfrm>
            <a:off x="342228" y="4150519"/>
            <a:ext cx="3483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Stichproben erzeugen 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135F525D-C5B8-0F6E-E1EA-32AA0D1DA029}"/>
              </a:ext>
            </a:extLst>
          </p:cNvPr>
          <p:cNvCxnSpPr/>
          <p:nvPr/>
        </p:nvCxnSpPr>
        <p:spPr>
          <a:xfrm>
            <a:off x="1713053" y="3513414"/>
            <a:ext cx="0" cy="4022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35B587AA-C663-BC40-0F04-C6BB03502F29}"/>
              </a:ext>
            </a:extLst>
          </p:cNvPr>
          <p:cNvCxnSpPr>
            <a:cxnSpLocks/>
          </p:cNvCxnSpPr>
          <p:nvPr/>
        </p:nvCxnSpPr>
        <p:spPr>
          <a:xfrm>
            <a:off x="3345084" y="2965297"/>
            <a:ext cx="896261" cy="4227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1AAEF4D9-2E3E-A2BF-C328-4CC7890872CD}"/>
              </a:ext>
            </a:extLst>
          </p:cNvPr>
          <p:cNvCxnSpPr>
            <a:cxnSpLocks/>
          </p:cNvCxnSpPr>
          <p:nvPr/>
        </p:nvCxnSpPr>
        <p:spPr>
          <a:xfrm flipV="1">
            <a:off x="3383090" y="3807923"/>
            <a:ext cx="858255" cy="342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16F3FFB1-D41C-CCA3-6418-AD692EEE1BC7}"/>
              </a:ext>
            </a:extLst>
          </p:cNvPr>
          <p:cNvSpPr txBox="1"/>
          <p:nvPr/>
        </p:nvSpPr>
        <p:spPr>
          <a:xfrm>
            <a:off x="4583574" y="2739482"/>
            <a:ext cx="24191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Main Prozess:</a:t>
            </a:r>
          </a:p>
          <a:p>
            <a:r>
              <a:rPr lang="de-DE" dirty="0"/>
              <a:t>Nimmt </a:t>
            </a:r>
            <a:r>
              <a:rPr lang="de-DE" dirty="0" err="1"/>
              <a:t>Stricporbe</a:t>
            </a:r>
            <a:r>
              <a:rPr lang="de-DE" dirty="0"/>
              <a:t> und </a:t>
            </a:r>
            <a:r>
              <a:rPr lang="de-DE" dirty="0" err="1"/>
              <a:t>Parametr</a:t>
            </a:r>
            <a:r>
              <a:rPr lang="de-DE" dirty="0"/>
              <a:t> und fitten </a:t>
            </a:r>
            <a:r>
              <a:rPr lang="de-DE" dirty="0" err="1"/>
              <a:t>enstrepchend</a:t>
            </a:r>
            <a:r>
              <a:rPr lang="de-DE" dirty="0"/>
              <a:t> BO Verfahren über </a:t>
            </a:r>
            <a:r>
              <a:rPr lang="de-DE" dirty="0" err="1"/>
              <a:t>meher</a:t>
            </a:r>
            <a:r>
              <a:rPr lang="de-DE" dirty="0"/>
              <a:t>  Iteration hinweg 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BBAC37D7-55E0-9872-5C40-932D878B30C5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7002683" y="3616645"/>
            <a:ext cx="10648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feld 20">
            <a:extLst>
              <a:ext uri="{FF2B5EF4-FFF2-40B4-BE49-F238E27FC236}">
                <a16:creationId xmlns:a16="http://schemas.microsoft.com/office/drawing/2014/main" id="{1DEFCD14-A64E-2B71-A313-B2A191CCC9A1}"/>
              </a:ext>
            </a:extLst>
          </p:cNvPr>
          <p:cNvSpPr txBox="1"/>
          <p:nvPr/>
        </p:nvSpPr>
        <p:spPr>
          <a:xfrm>
            <a:off x="8599990" y="3175706"/>
            <a:ext cx="29515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Spercher</a:t>
            </a:r>
            <a:r>
              <a:rPr lang="de-DE" dirty="0"/>
              <a:t> daten und werden </a:t>
            </a:r>
            <a:r>
              <a:rPr lang="de-DE" dirty="0" err="1"/>
              <a:t>Ausgwerte</a:t>
            </a:r>
            <a:r>
              <a:rPr lang="de-DE" dirty="0"/>
              <a:t> und </a:t>
            </a:r>
            <a:r>
              <a:rPr lang="de-DE" dirty="0" err="1"/>
              <a:t>geplotet</a:t>
            </a:r>
            <a:r>
              <a:rPr lang="de-DE" dirty="0"/>
              <a:t> 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60BC91D7-D35A-23B1-3FB4-81CD1CA4C18D}"/>
              </a:ext>
            </a:extLst>
          </p:cNvPr>
          <p:cNvSpPr txBox="1"/>
          <p:nvPr/>
        </p:nvSpPr>
        <p:spPr>
          <a:xfrm>
            <a:off x="446400" y="1655180"/>
            <a:ext cx="2064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Pre-Prozess	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3E198576-6AD2-7EF7-5EF8-12524152BCAF}"/>
              </a:ext>
            </a:extLst>
          </p:cNvPr>
          <p:cNvSpPr txBox="1"/>
          <p:nvPr/>
        </p:nvSpPr>
        <p:spPr>
          <a:xfrm>
            <a:off x="4583574" y="1655180"/>
            <a:ext cx="2064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Main-Prozess	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59CFBA31-D464-D352-399F-9DA8C60DDB11}"/>
              </a:ext>
            </a:extLst>
          </p:cNvPr>
          <p:cNvSpPr txBox="1"/>
          <p:nvPr/>
        </p:nvSpPr>
        <p:spPr>
          <a:xfrm>
            <a:off x="8393574" y="1622914"/>
            <a:ext cx="20646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Post Processing 		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Ergebnisse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Ergebnisse: Output-Rauschen (Y)</a:t>
            </a: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16</a:t>
            </a:fld>
            <a:endParaRPr lang="de-DE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Ergebnisse: Input-Rauschen (X)</a:t>
            </a: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17</a:t>
            </a:fld>
            <a:endParaRPr lang="de-DE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Ergebnisse: X- und Y-Rauschen</a:t>
            </a: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18</a:t>
            </a:fld>
            <a:endParaRPr lang="de-DE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Gesamtranking der Verfahren</a:t>
            </a: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19</a:t>
            </a:fld>
            <a:endParaRPr lang="de-DE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Diskussion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Diskussion und Limitationen</a:t>
            </a: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21</a:t>
            </a:fld>
            <a:endParaRPr lang="de-DE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Fazit und Ausblick</a:t>
            </a: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22</a:t>
            </a:fld>
            <a:endParaRPr lang="de-DE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Vielen Dank für Ihre Aufmerksamkeit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8BCFE-CA0F-F0E3-ACD9-F62E3ABC1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E578D-8A2B-6160-9D67-0617B3614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Literatur</a:t>
            </a:r>
            <a:endParaRPr dirty="0"/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283A6550-5774-B81B-0203-A92D982DF3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24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084111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Backup: Formeln der robusten Verfahren</a:t>
            </a: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25</a:t>
            </a:fld>
            <a:endParaRPr lang="de-DE" dirty="0"/>
          </a:p>
        </p:txBody>
      </p:sp>
      <p:graphicFrame>
        <p:nvGraphicFramePr>
          <p:cNvPr id="4" name="Objekt 3">
            <a:hlinkClick r:id="" action="ppaction://ole?verb=0"/>
            <a:extLst>
              <a:ext uri="{FF2B5EF4-FFF2-40B4-BE49-F238E27FC236}">
                <a16:creationId xmlns:a16="http://schemas.microsoft.com/office/drawing/2014/main" id="{A6FA0900-94FB-138A-1434-E403201A7E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7646345"/>
              </p:ext>
            </p:extLst>
          </p:nvPr>
        </p:nvGraphicFramePr>
        <p:xfrm>
          <a:off x="98425" y="98425"/>
          <a:ext cx="6096000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2" imgW="6095975" imgH="3429123" progId="PowerPoint.Show.12">
                  <p:embed/>
                </p:oleObj>
              </mc:Choice>
              <mc:Fallback>
                <p:oleObj name="Presentation" r:id="rId2" imgW="6095975" imgH="3429123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8425" y="98425"/>
                        <a:ext cx="6096000" cy="342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Backup: Weitere Konvergenzplots</a:t>
            </a: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26</a:t>
            </a:fld>
            <a:endParaRPr lang="de-DE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Backup: Konfiguration und Laufzeiten</a:t>
            </a: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27</a:t>
            </a:fld>
            <a:endParaRPr lang="de-DE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äsentationstitel">
  <a:themeElements>
    <a:clrScheme name="LMU_PPT">
      <a:dk1>
        <a:srgbClr val="00883A"/>
      </a:dk1>
      <a:lt1>
        <a:sysClr val="window" lastClr="FFFFFF"/>
      </a:lt1>
      <a:dk2>
        <a:srgbClr val="232323"/>
      </a:dk2>
      <a:lt2>
        <a:srgbClr val="626468"/>
      </a:lt2>
      <a:accent1>
        <a:srgbClr val="C0C1C3"/>
      </a:accent1>
      <a:accent2>
        <a:srgbClr val="E6E6E7"/>
      </a:accent2>
      <a:accent3>
        <a:srgbClr val="F5F5F5"/>
      </a:accent3>
      <a:accent4>
        <a:srgbClr val="0F1987"/>
      </a:accent4>
      <a:accent5>
        <a:srgbClr val="009FE3"/>
      </a:accent5>
      <a:accent6>
        <a:srgbClr val="8C4091"/>
      </a:accent6>
      <a:hlink>
        <a:srgbClr val="D71919"/>
      </a:hlink>
      <a:folHlink>
        <a:srgbClr val="F187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MU_PPTVorlage_Breitbild_20220425_RS.potx" id="{2042371F-3005-4A21-A9A4-ABFC59415B3B}" vid="{F5E6AB39-800A-4A35-BFB0-8B08FE59E1F1}"/>
    </a:ext>
  </a:extLst>
</a:theme>
</file>

<file path=ppt/theme/theme2.xml><?xml version="1.0" encoding="utf-8"?>
<a:theme xmlns:a="http://schemas.openxmlformats.org/drawingml/2006/main" name="Präsentationstitel Variante">
  <a:themeElements>
    <a:clrScheme name="LMU_PPT">
      <a:dk1>
        <a:srgbClr val="00883A"/>
      </a:dk1>
      <a:lt1>
        <a:sysClr val="window" lastClr="FFFFFF"/>
      </a:lt1>
      <a:dk2>
        <a:srgbClr val="232323"/>
      </a:dk2>
      <a:lt2>
        <a:srgbClr val="626468"/>
      </a:lt2>
      <a:accent1>
        <a:srgbClr val="C0C1C3"/>
      </a:accent1>
      <a:accent2>
        <a:srgbClr val="E6E6E7"/>
      </a:accent2>
      <a:accent3>
        <a:srgbClr val="F5F5F5"/>
      </a:accent3>
      <a:accent4>
        <a:srgbClr val="0F1987"/>
      </a:accent4>
      <a:accent5>
        <a:srgbClr val="009FE3"/>
      </a:accent5>
      <a:accent6>
        <a:srgbClr val="8C4091"/>
      </a:accent6>
      <a:hlink>
        <a:srgbClr val="D71919"/>
      </a:hlink>
      <a:folHlink>
        <a:srgbClr val="F187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MU_PPTVorlage_Breitbild_20220425_RS.potx" id="{2042371F-3005-4A21-A9A4-ABFC59415B3B}" vid="{3677B95F-7E06-41FF-A3C7-1582F699B15A}"/>
    </a:ext>
  </a:extLst>
</a:theme>
</file>

<file path=ppt/theme/theme3.xml><?xml version="1.0" encoding="utf-8"?>
<a:theme xmlns:a="http://schemas.openxmlformats.org/drawingml/2006/main" name="Kapiteltrenner">
  <a:themeElements>
    <a:clrScheme name="LMU">
      <a:dk1>
        <a:srgbClr val="008740"/>
      </a:dk1>
      <a:lt1>
        <a:sysClr val="window" lastClr="FFFFFF"/>
      </a:lt1>
      <a:dk2>
        <a:srgbClr val="000000"/>
      </a:dk2>
      <a:lt2>
        <a:srgbClr val="4A4A4A"/>
      </a:lt2>
      <a:accent1>
        <a:srgbClr val="9D9D9D"/>
      </a:accent1>
      <a:accent2>
        <a:srgbClr val="D0D0D0"/>
      </a:accent2>
      <a:accent3>
        <a:srgbClr val="F4F4F4"/>
      </a:accent3>
      <a:accent4>
        <a:srgbClr val="023E84"/>
      </a:accent4>
      <a:accent5>
        <a:srgbClr val="009FE3"/>
      </a:accent5>
      <a:accent6>
        <a:srgbClr val="8C40A5"/>
      </a:accent6>
      <a:hlink>
        <a:srgbClr val="DC0D15"/>
      </a:hlink>
      <a:folHlink>
        <a:srgbClr val="F187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MU_PPTVorlage_Breitbild_20220425_RS.potx" id="{2042371F-3005-4A21-A9A4-ABFC59415B3B}" vid="{CB202495-3BD5-415A-A4A5-B746A9BA6616}"/>
    </a:ext>
  </a:extLst>
</a:theme>
</file>

<file path=ppt/theme/theme4.xml><?xml version="1.0" encoding="utf-8"?>
<a:theme xmlns:a="http://schemas.openxmlformats.org/drawingml/2006/main" name="Inhalt">
  <a:themeElements>
    <a:clrScheme name="LMU_PPT">
      <a:dk1>
        <a:srgbClr val="00883A"/>
      </a:dk1>
      <a:lt1>
        <a:sysClr val="window" lastClr="FFFFFF"/>
      </a:lt1>
      <a:dk2>
        <a:srgbClr val="232323"/>
      </a:dk2>
      <a:lt2>
        <a:srgbClr val="626468"/>
      </a:lt2>
      <a:accent1>
        <a:srgbClr val="C0C1C3"/>
      </a:accent1>
      <a:accent2>
        <a:srgbClr val="E6E6E7"/>
      </a:accent2>
      <a:accent3>
        <a:srgbClr val="F5F5F5"/>
      </a:accent3>
      <a:accent4>
        <a:srgbClr val="0F1987"/>
      </a:accent4>
      <a:accent5>
        <a:srgbClr val="009FE3"/>
      </a:accent5>
      <a:accent6>
        <a:srgbClr val="8C4091"/>
      </a:accent6>
      <a:hlink>
        <a:srgbClr val="D71919"/>
      </a:hlink>
      <a:folHlink>
        <a:srgbClr val="F187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MU_PPTVorlage_Breitbild_20220425_RS.potx" id="{2042371F-3005-4A21-A9A4-ABFC59415B3B}" vid="{FCA03F62-E27F-4ACE-B8D5-B0C2DB4DDEEC}"/>
    </a:ext>
  </a:extLst>
</a:theme>
</file>

<file path=ppt/theme/theme5.xml><?xml version="1.0" encoding="utf-8"?>
<a:theme xmlns:a="http://schemas.openxmlformats.org/drawingml/2006/main" name="Rücktitel">
  <a:themeElements>
    <a:clrScheme name="Benutzerdefiniert 1">
      <a:dk1>
        <a:srgbClr val="008740"/>
      </a:dk1>
      <a:lt1>
        <a:srgbClr val="FFFFFF"/>
      </a:lt1>
      <a:dk2>
        <a:srgbClr val="000000"/>
      </a:dk2>
      <a:lt2>
        <a:srgbClr val="4A4A4A"/>
      </a:lt2>
      <a:accent1>
        <a:srgbClr val="9D9D9D"/>
      </a:accent1>
      <a:accent2>
        <a:srgbClr val="D0D0D0"/>
      </a:accent2>
      <a:accent3>
        <a:srgbClr val="F4F4F4"/>
      </a:accent3>
      <a:accent4>
        <a:srgbClr val="023E84"/>
      </a:accent4>
      <a:accent5>
        <a:srgbClr val="009FE3"/>
      </a:accent5>
      <a:accent6>
        <a:srgbClr val="8C40A5"/>
      </a:accent6>
      <a:hlink>
        <a:srgbClr val="DC0D15"/>
      </a:hlink>
      <a:folHlink>
        <a:srgbClr val="F187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MU_PPTVorlage_Breitbild_20220425_RS.potx" id="{2042371F-3005-4A21-A9A4-ABFC59415B3B}" vid="{866B4B03-9E40-4D34-8181-92E280DAE3A6}"/>
    </a:ext>
  </a:extLst>
</a:theme>
</file>

<file path=ppt/theme/theme6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Tut1</Template>
  <TotalTime>0</TotalTime>
  <Words>364</Words>
  <Application>Microsoft Office PowerPoint</Application>
  <PresentationFormat>Breitbild</PresentationFormat>
  <Paragraphs>94</Paragraphs>
  <Slides>27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5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27</vt:i4>
      </vt:variant>
    </vt:vector>
  </HeadingPairs>
  <TitlesOfParts>
    <vt:vector size="37" baseType="lpstr">
      <vt:lpstr>Arial</vt:lpstr>
      <vt:lpstr>Cambria Math</vt:lpstr>
      <vt:lpstr>LMU CompatilFact</vt:lpstr>
      <vt:lpstr>Wingdings</vt:lpstr>
      <vt:lpstr>Präsentationstitel</vt:lpstr>
      <vt:lpstr>Präsentationstitel Variante</vt:lpstr>
      <vt:lpstr>Kapiteltrenner</vt:lpstr>
      <vt:lpstr>Inhalt</vt:lpstr>
      <vt:lpstr>Rücktitel</vt:lpstr>
      <vt:lpstr>Presentation</vt:lpstr>
      <vt:lpstr>Titel der Bachelorarbeit</vt:lpstr>
      <vt:lpstr>Agenda</vt:lpstr>
      <vt:lpstr>1. Einleitung</vt:lpstr>
      <vt:lpstr>Motivation</vt:lpstr>
      <vt:lpstr>Forschungsfrage</vt:lpstr>
      <vt:lpstr>2. Grundlagen</vt:lpstr>
      <vt:lpstr>Black Bock –und Bayes'sche Optimierung</vt:lpstr>
      <vt:lpstr>Rauschmodelle: Input- und Output-Rauschen</vt:lpstr>
      <vt:lpstr>3. Methodik</vt:lpstr>
      <vt:lpstr>Untersuchte Verfahren (1/2)</vt:lpstr>
      <vt:lpstr>Untersuchte Verfahren (2/2)</vt:lpstr>
      <vt:lpstr>Benchmark-Setup</vt:lpstr>
      <vt:lpstr>Erfolgsbestimmung durch Metriken </vt:lpstr>
      <vt:lpstr>Pipeline</vt:lpstr>
      <vt:lpstr>4. Ergebnisse</vt:lpstr>
      <vt:lpstr>Ergebnisse: Output-Rauschen (Y)</vt:lpstr>
      <vt:lpstr>Ergebnisse: Input-Rauschen (X)</vt:lpstr>
      <vt:lpstr>Ergebnisse: X- und Y-Rauschen</vt:lpstr>
      <vt:lpstr>Gesamtranking der Verfahren</vt:lpstr>
      <vt:lpstr>5. Diskussion</vt:lpstr>
      <vt:lpstr>Diskussion und Limitationen</vt:lpstr>
      <vt:lpstr>Fazit und Ausblick</vt:lpstr>
      <vt:lpstr>Vielen Dank für Ihre Aufmerksamkeit</vt:lpstr>
      <vt:lpstr>Literatur</vt:lpstr>
      <vt:lpstr>Backup: Formeln der robusten Verfahren</vt:lpstr>
      <vt:lpstr>Backup: Weitere Konvergenzplots</vt:lpstr>
      <vt:lpstr>Backup: Konfiguration und Laufzeiten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Anders, Jan</dc:creator>
  <cp:lastModifiedBy>Gabriel Weindauer</cp:lastModifiedBy>
  <cp:revision>12</cp:revision>
  <cp:lastPrinted>2020-11-01T16:28:52Z</cp:lastPrinted>
  <dcterms:created xsi:type="dcterms:W3CDTF">2022-11-19T23:07:34Z</dcterms:created>
  <dcterms:modified xsi:type="dcterms:W3CDTF">2026-10-09T11:38:50Z</dcterms:modified>
</cp:coreProperties>
</file>