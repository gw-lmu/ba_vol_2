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Titel der Bachelorarbeit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 · Betreuer · Datum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Einleitung</a:t>
            </a:r>
          </a:p>
          <a:p>
            <a:r>
              <a:t>Grundlagen</a:t>
            </a:r>
          </a:p>
          <a:p>
            <a:r>
              <a:t>Methodik</a:t>
            </a:r>
          </a:p>
          <a:p>
            <a:r>
              <a:t>Ergebnisse</a:t>
            </a:r>
          </a:p>
          <a:p>
            <a:r>
              <a:t>Diskussion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Einleitung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Forschungsfrage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Grundlagen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Bayes'sche Optimierung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Rauschmodelle: Input- und Output-Rauschen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Untersuchte Verfahren (1/2)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Untersuchte Verfahren (2/2)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Benchmark-Setup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Metrik: Simple Regret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Ergebnisse: Output-Rauschen (Y)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Ergebnisse: Input-Rauschen (X)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Ergebnisse: X- und Y-Rauschen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Gesamtranking der Verfahren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Diskussion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Diskussion und Limitationen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 und Ausblick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Vielen Dank für Ihre Aufmerksamkeit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Formeln der robusten Verfahren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Weitere Konvergenzplots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Konfiguration und Laufzeiten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