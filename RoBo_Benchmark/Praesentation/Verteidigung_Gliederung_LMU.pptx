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  <p:sldMasterId id="2147483670" r:id="rId2"/>
    <p:sldMasterId id="2147483662" r:id="rId3"/>
    <p:sldMasterId id="2147483665" r:id="rId4"/>
    <p:sldMasterId id="2147483663" r:id="rId5"/>
  </p:sldMasterIdLst>
  <p:notesMasterIdLst>
    <p:notesMasterId r:id="rId15"/>
  </p:notesMasterIdLst>
  <p:handoutMasterIdLst>
    <p:handoutMasterId r:id="rId16"/>
  </p:handoutMasterIdLst>
  <p:sldIdLst>
    <p:sldId id="256" r:id="rId13"/>
    <p:sldId id="257" r:id="rId14"/>
    <p:sldId id="258" r:id="rId12"/>
    <p:sldId id="259" r:id="rId11"/>
    <p:sldId id="260" r:id="rId10"/>
    <p:sldId id="261" r:id="rId9"/>
    <p:sldId id="262" r:id="rId8"/>
    <p:sldId id="263" r:id="rId7"/>
    <p:sldId id="264" r:id="rId6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468"/>
    <a:srgbClr val="202321"/>
    <a:srgbClr val="F18700"/>
    <a:srgbClr val="DC0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C59AB-0BD4-4D9E-9D0C-FCE484D36543}" v="16" dt="2022-11-22T02:05:50.0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40" autoAdjust="0"/>
    <p:restoredTop sz="70411" autoAdjust="0"/>
  </p:normalViewPr>
  <p:slideViewPr>
    <p:cSldViewPr snapToGrid="0" snapToObjects="1" showGuides="1">
      <p:cViewPr varScale="1">
        <p:scale>
          <a:sx n="87" d="100"/>
          <a:sy n="87" d="100"/>
        </p:scale>
        <p:origin x="148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66" d="100"/>
          <a:sy n="66" d="100"/>
        </p:scale>
        <p:origin x="3134" y="3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3D6EB26-41B6-4E19-83EC-E73738E884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19D0FE7-2B93-4C58-A1DB-4617AFF6CC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FB590-A5F8-45EA-AB8E-CD3CA1FFE559}" type="datetimeFigureOut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t>23.04.25</a:t>
            </a:fld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6C06B4-579F-4E55-B0ED-E501BEC306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145B85-05F0-4185-9F6F-AE416F8A75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A10E1-8931-4664-8B15-CAB9FC81E556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508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1C3ABC7-27AC-6D40-86E4-0C355E54A764}" type="datetimeFigureOut">
              <a:rPr lang="de-DE" smtClean="0"/>
              <a:pPr/>
              <a:t>23.04.25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1CAD0D-262D-F145-A422-6EFA995C351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863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F51A07C-FE1A-F540-8B1D-0E34068DA5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</a:blip>
          <a:srcRect t="8872" b="1720"/>
          <a:stretch/>
        </p:blipFill>
        <p:spPr>
          <a:xfrm>
            <a:off x="10963933" y="449575"/>
            <a:ext cx="776688" cy="8064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2C0B7F7-E1DB-3246-A459-8E85B8A521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2BFC629-71E6-471E-8487-188A0F977C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23C141-9C08-4C77-B8A1-5F3A1981A0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  <p:pic>
        <p:nvPicPr>
          <p:cNvPr id="11" name="Bildplatzhalter 11">
            <a:extLst>
              <a:ext uri="{FF2B5EF4-FFF2-40B4-BE49-F238E27FC236}">
                <a16:creationId xmlns:a16="http://schemas.microsoft.com/office/drawing/2014/main" id="{78077E49-BB75-47DD-A564-32F635D212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" b="5"/>
          <a:stretch>
            <a:fillRect/>
          </a:stretch>
        </p:blipFill>
        <p:spPr>
          <a:xfrm>
            <a:off x="5372100" y="1493641"/>
            <a:ext cx="6819900" cy="537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1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F51A07C-FE1A-F540-8B1D-0E34068DA5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</a:blip>
          <a:srcRect t="8872" b="1720"/>
          <a:stretch/>
        </p:blipFill>
        <p:spPr>
          <a:xfrm>
            <a:off x="10963933" y="449575"/>
            <a:ext cx="776688" cy="8064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2C0B7F7-E1DB-3246-A459-8E85B8A521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2BFC629-71E6-471E-8487-188A0F977C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84D7C6A-4C73-4663-8682-62AF58C8B9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72100" y="1484313"/>
            <a:ext cx="6819900" cy="537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23C141-9C08-4C77-B8A1-5F3A1981A0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2835232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MU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9E3EC0D9-ADF9-484A-8AF7-707A2C63BA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80A05923-C642-2E4E-840A-327720B765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454D6F9D-B6EB-4F72-A2AF-B87B1D3A9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397F4FF-24FF-46A8-9FD5-D8297FC334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  <p:pic>
        <p:nvPicPr>
          <p:cNvPr id="10" name="Bildplatzhalter 11">
            <a:extLst>
              <a:ext uri="{FF2B5EF4-FFF2-40B4-BE49-F238E27FC236}">
                <a16:creationId xmlns:a16="http://schemas.microsoft.com/office/drawing/2014/main" id="{E49330AE-63CD-4FA0-B981-354A53DBEE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" b="5"/>
          <a:stretch>
            <a:fillRect/>
          </a:stretch>
        </p:blipFill>
        <p:spPr>
          <a:xfrm>
            <a:off x="5372100" y="1493641"/>
            <a:ext cx="6819900" cy="537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5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ild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9E3EC0D9-ADF9-484A-8AF7-707A2C63BA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80A05923-C642-2E4E-840A-327720B765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454D6F9D-B6EB-4F72-A2AF-B87B1D3A9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8D60EF3-4399-487D-BFA4-B4727760F9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62575" y="1484313"/>
            <a:ext cx="6829425" cy="537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397F4FF-24FF-46A8-9FD5-D8297FC334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2612453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rgbClr val="616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925BAD-1A03-46E3-83C6-927F3F232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8A3F8208-5ABF-4B9A-B91A-356813173B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38747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CB3A64BB-66BD-574D-8D10-B6B91D0A2D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FD34168-7A63-4BE9-B1FA-940397BC8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F69A4752-2B43-4B39-B027-47806A5DDC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208614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rgbClr val="616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54FBD0-4BBB-413C-96F0-376E5E59CA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4982841-B6DD-4A02-88CD-381D8C4A32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3023470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125F89-1710-447C-BA80-DE17C2EF1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400" y="2151208"/>
            <a:ext cx="7200000" cy="141846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de-DE" dirty="0"/>
              <a:t>1. Erstes Kapitel</a:t>
            </a:r>
          </a:p>
        </p:txBody>
      </p:sp>
    </p:spTree>
    <p:extLst>
      <p:ext uri="{BB962C8B-B14F-4D97-AF65-F5344CB8AC3E}">
        <p14:creationId xmlns:p14="http://schemas.microsoft.com/office/powerpoint/2010/main" val="217875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3A6560-2FDE-481D-9A8E-1866470D9A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0491" y="444249"/>
            <a:ext cx="9577019" cy="104298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Seitentitel mit einer Zeile oder</a:t>
            </a:r>
            <a:br>
              <a:rPr lang="de-DE" dirty="0"/>
            </a:br>
            <a:r>
              <a:rPr lang="de-DE" dirty="0"/>
              <a:t>maximal zwei Zeilen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5E4071A-44EF-49AA-BAC4-8488C57EBC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486" y="1493101"/>
            <a:ext cx="10166228" cy="9382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80"/>
              </a:lnSpc>
              <a:spcBef>
                <a:spcPts val="0"/>
              </a:spcBef>
              <a:buNone/>
              <a:defRPr sz="1900">
                <a:solidFill>
                  <a:srgbClr val="616468"/>
                </a:solidFill>
              </a:defRPr>
            </a:lvl1pPr>
            <a:lvl2pPr marL="407778" indent="0">
              <a:buNone/>
              <a:defRPr sz="1900">
                <a:solidFill>
                  <a:schemeClr val="tx2"/>
                </a:solidFill>
              </a:defRPr>
            </a:lvl2pPr>
            <a:lvl3pPr marL="815557" indent="0">
              <a:buNone/>
              <a:defRPr>
                <a:solidFill>
                  <a:schemeClr val="tx2"/>
                </a:solidFill>
              </a:defRPr>
            </a:lvl3pPr>
            <a:lvl4pPr marL="1223335" indent="0">
              <a:buNone/>
              <a:defRPr>
                <a:solidFill>
                  <a:schemeClr val="tx2"/>
                </a:solidFill>
              </a:defRPr>
            </a:lvl4pPr>
            <a:lvl5pPr marL="1631113" indent="0">
              <a:buNone/>
              <a:defRPr>
                <a:solidFill>
                  <a:schemeClr val="tx2"/>
                </a:solidFill>
              </a:defRPr>
            </a:lvl5pPr>
          </a:lstStyle>
          <a:p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Ne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quatur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? Quam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incipietur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accaepe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lenduciae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Itae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voluptatem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facepelita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dolupta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pore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pos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venti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blanien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tionsec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tempellabor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magnam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soloreria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quevoluptaturi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dolores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earis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dolute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vendae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nobis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ipsam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lab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ium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acculliqui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tecte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es quam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ressi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ulparis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apeliqui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ipiet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modio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. 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C99ED17-8C0B-4A38-8622-48A70F4A88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684" y="2635982"/>
            <a:ext cx="10166228" cy="2859210"/>
          </a:xfrm>
          <a:prstGeom prst="rect">
            <a:avLst/>
          </a:prstGeom>
        </p:spPr>
        <p:txBody>
          <a:bodyPr/>
          <a:lstStyle>
            <a:lvl1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"/>
              <a:defRPr sz="1900">
                <a:solidFill>
                  <a:srgbClr val="616468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900">
                <a:solidFill>
                  <a:srgbClr val="616468"/>
                </a:solidFill>
              </a:defRPr>
            </a:lvl2pPr>
          </a:lstStyle>
          <a:p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Itaquas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sitiam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vent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fuga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Pelit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laut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pliciis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reptatio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beatem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illestius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consecabo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Offici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con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pedi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omnis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essi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sinci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totae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perit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quamet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liscium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landia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quiasit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iuntur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</a:t>
            </a:r>
          </a:p>
          <a:p>
            <a:pPr lvl="1"/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iuntur</a:t>
            </a:r>
            <a:endParaRPr lang="de-DE" dirty="0">
              <a:solidFill>
                <a:srgbClr val="2F2F2F"/>
              </a:solidFill>
              <a:latin typeface="Arial" panose="020B0604020202020204" pitchFamily="34" charset="0"/>
            </a:endParaRPr>
          </a:p>
          <a:p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Quunda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doloreste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volore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volores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maximus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eatur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sapicipici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ab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non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nullori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mos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autem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doluptassi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saniscitate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consequi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audae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simporem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si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venim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fugia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voloreptae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eturiam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quiae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coribus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</a:t>
            </a:r>
          </a:p>
          <a:p>
            <a:pPr lvl="1"/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iuntur</a:t>
            </a:r>
            <a:endParaRPr lang="de-DE" dirty="0">
              <a:solidFill>
                <a:srgbClr val="2F2F2F"/>
              </a:solidFill>
              <a:latin typeface="Arial" panose="020B0604020202020204" pitchFamily="34" charset="0"/>
            </a:endParaRPr>
          </a:p>
          <a:p>
            <a:pPr lvl="0">
              <a:defRPr/>
            </a:pP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Ucia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sam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quid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quo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doles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sequias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rat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facersp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edissuntotas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et,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nis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di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berum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verore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sequas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represcium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faccabo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Adistis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dolor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aliquatem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quo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modis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accaecum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nossunt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ipsam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ratiam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voluptur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?</a:t>
            </a:r>
          </a:p>
          <a:p>
            <a:pPr lvl="1">
              <a:defRPr/>
            </a:pP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iuntur</a:t>
            </a:r>
            <a:endParaRPr lang="de-DE" dirty="0">
              <a:solidFill>
                <a:srgbClr val="2F2F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1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b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FF3871DC-3AE6-0046-9798-2B74B19887B1}"/>
              </a:ext>
            </a:extLst>
          </p:cNvPr>
          <p:cNvSpPr/>
          <p:nvPr userDrawn="1"/>
        </p:nvSpPr>
        <p:spPr>
          <a:xfrm>
            <a:off x="442800" y="1484313"/>
            <a:ext cx="832193" cy="685829"/>
          </a:xfrm>
          <a:prstGeom prst="rect">
            <a:avLst/>
          </a:prstGeom>
          <a:solidFill>
            <a:schemeClr val="tx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136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58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323A9624-D6DE-C345-9C75-F17A8B2EFEFC}"/>
              </a:ext>
            </a:extLst>
          </p:cNvPr>
          <p:cNvSpPr/>
          <p:nvPr userDrawn="1"/>
        </p:nvSpPr>
        <p:spPr>
          <a:xfrm>
            <a:off x="2820756" y="1484313"/>
            <a:ext cx="832193" cy="68582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R 255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G 255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B 255</a:t>
            </a:r>
            <a:endParaRPr lang="de-DE" sz="915" baseline="0" dirty="0">
              <a:solidFill>
                <a:schemeClr val="tx2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7699AD87-10CD-5C43-A6B2-3E71A6C1E6A5}"/>
              </a:ext>
            </a:extLst>
          </p:cNvPr>
          <p:cNvSpPr/>
          <p:nvPr userDrawn="1"/>
        </p:nvSpPr>
        <p:spPr>
          <a:xfrm>
            <a:off x="1631778" y="1484313"/>
            <a:ext cx="832193" cy="685829"/>
          </a:xfrm>
          <a:prstGeom prst="rect">
            <a:avLst/>
          </a:prstGeom>
          <a:solidFill>
            <a:schemeClr val="tx2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35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35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35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7E6E40C0-B5CF-3040-971F-4D8BB55D0746}"/>
              </a:ext>
            </a:extLst>
          </p:cNvPr>
          <p:cNvSpPr/>
          <p:nvPr userDrawn="1"/>
        </p:nvSpPr>
        <p:spPr>
          <a:xfrm>
            <a:off x="442802" y="2240393"/>
            <a:ext cx="832193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LMU Grün </a:t>
            </a:r>
            <a:b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A2A488E-BCE0-BB4B-959A-3AC0A2CF9AFD}"/>
              </a:ext>
            </a:extLst>
          </p:cNvPr>
          <p:cNvSpPr/>
          <p:nvPr userDrawn="1"/>
        </p:nvSpPr>
        <p:spPr>
          <a:xfrm>
            <a:off x="442800" y="3144823"/>
            <a:ext cx="607189" cy="500399"/>
          </a:xfrm>
          <a:prstGeom prst="rect">
            <a:avLst/>
          </a:prstGeom>
          <a:solidFill>
            <a:schemeClr val="bg2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98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100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104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AF76B9D-1CB6-774E-B88E-0CACB598FEF6}"/>
              </a:ext>
            </a:extLst>
          </p:cNvPr>
          <p:cNvSpPr/>
          <p:nvPr userDrawn="1"/>
        </p:nvSpPr>
        <p:spPr>
          <a:xfrm>
            <a:off x="2177818" y="3144823"/>
            <a:ext cx="607189" cy="500399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230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230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231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D45CC143-00CB-E043-9C6B-880F634668A7}"/>
              </a:ext>
            </a:extLst>
          </p:cNvPr>
          <p:cNvSpPr/>
          <p:nvPr userDrawn="1"/>
        </p:nvSpPr>
        <p:spPr>
          <a:xfrm>
            <a:off x="1310310" y="3144823"/>
            <a:ext cx="607189" cy="500399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192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193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195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C2788AA0-4D28-CA47-A881-1819C9B7F2B2}"/>
              </a:ext>
            </a:extLst>
          </p:cNvPr>
          <p:cNvSpPr/>
          <p:nvPr userDrawn="1"/>
        </p:nvSpPr>
        <p:spPr>
          <a:xfrm>
            <a:off x="3045759" y="3144823"/>
            <a:ext cx="607189" cy="500399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R 245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G 245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B 245</a:t>
            </a:r>
            <a:endParaRPr lang="de-DE" sz="915" baseline="0" dirty="0">
              <a:solidFill>
                <a:schemeClr val="tx2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20A40CC5-176B-9442-82E4-408CAB2349BC}"/>
              </a:ext>
            </a:extLst>
          </p:cNvPr>
          <p:cNvSpPr/>
          <p:nvPr userDrawn="1"/>
        </p:nvSpPr>
        <p:spPr>
          <a:xfrm>
            <a:off x="442802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Dunkelgrau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FA56A28D-A369-AD4B-AF9B-25C454F18A4E}"/>
              </a:ext>
            </a:extLst>
          </p:cNvPr>
          <p:cNvSpPr/>
          <p:nvPr userDrawn="1"/>
        </p:nvSpPr>
        <p:spPr>
          <a:xfrm>
            <a:off x="1310310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Mittelgrau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EF2EF5B-E92A-5D4A-8161-D33FFACE7341}"/>
              </a:ext>
            </a:extLst>
          </p:cNvPr>
          <p:cNvSpPr/>
          <p:nvPr userDrawn="1"/>
        </p:nvSpPr>
        <p:spPr>
          <a:xfrm>
            <a:off x="2187234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Hellgrau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14B21CFC-1C2A-AD4E-82DE-A68CEF4308BE}"/>
              </a:ext>
            </a:extLst>
          </p:cNvPr>
          <p:cNvSpPr/>
          <p:nvPr userDrawn="1"/>
        </p:nvSpPr>
        <p:spPr>
          <a:xfrm>
            <a:off x="3048909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Lichtgrau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C73389B4-7374-AB43-B9CD-0CA5B6ED4B02}"/>
              </a:ext>
            </a:extLst>
          </p:cNvPr>
          <p:cNvSpPr/>
          <p:nvPr userDrawn="1"/>
        </p:nvSpPr>
        <p:spPr>
          <a:xfrm>
            <a:off x="1617118" y="2240392"/>
            <a:ext cx="832193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Schwarz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8E62580-B452-9141-99B8-14D406341FD8}"/>
              </a:ext>
            </a:extLst>
          </p:cNvPr>
          <p:cNvSpPr/>
          <p:nvPr userDrawn="1"/>
        </p:nvSpPr>
        <p:spPr>
          <a:xfrm>
            <a:off x="2821937" y="2240392"/>
            <a:ext cx="832193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Weiss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5C5DB8B7-067A-624F-90A9-5FE69A8819FA}"/>
              </a:ext>
            </a:extLst>
          </p:cNvPr>
          <p:cNvSpPr/>
          <p:nvPr userDrawn="1"/>
        </p:nvSpPr>
        <p:spPr>
          <a:xfrm>
            <a:off x="4619182" y="1485446"/>
            <a:ext cx="607189" cy="500399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25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135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1A10FA4C-181C-BD41-AD4E-730F52457796}"/>
              </a:ext>
            </a:extLst>
          </p:cNvPr>
          <p:cNvSpPr/>
          <p:nvPr userDrawn="1"/>
        </p:nvSpPr>
        <p:spPr>
          <a:xfrm>
            <a:off x="6354200" y="1485446"/>
            <a:ext cx="607189" cy="50039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140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64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145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A2466A38-6ECC-DF4F-869F-B98502E2D6A6}"/>
              </a:ext>
            </a:extLst>
          </p:cNvPr>
          <p:cNvSpPr/>
          <p:nvPr userDrawn="1"/>
        </p:nvSpPr>
        <p:spPr>
          <a:xfrm>
            <a:off x="5486692" y="1485446"/>
            <a:ext cx="607189" cy="500399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100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59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227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59F62C27-0EB2-5442-90B6-6A8F0C17931E}"/>
              </a:ext>
            </a:extLst>
          </p:cNvPr>
          <p:cNvSpPr/>
          <p:nvPr userDrawn="1"/>
        </p:nvSpPr>
        <p:spPr>
          <a:xfrm>
            <a:off x="7222141" y="1485446"/>
            <a:ext cx="607189" cy="500399"/>
          </a:xfrm>
          <a:prstGeom prst="rect">
            <a:avLst/>
          </a:prstGeom>
          <a:solidFill>
            <a:srgbClr val="DC0D15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215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25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25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5B9B3239-0231-A24D-B42D-624E409B3D20}"/>
              </a:ext>
            </a:extLst>
          </p:cNvPr>
          <p:cNvSpPr/>
          <p:nvPr userDrawn="1"/>
        </p:nvSpPr>
        <p:spPr>
          <a:xfrm>
            <a:off x="4619184" y="2091158"/>
            <a:ext cx="60718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Blau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D90492F4-04D9-0D48-A32F-3E322C29483A}"/>
              </a:ext>
            </a:extLst>
          </p:cNvPr>
          <p:cNvSpPr/>
          <p:nvPr userDrawn="1"/>
        </p:nvSpPr>
        <p:spPr>
          <a:xfrm>
            <a:off x="5486691" y="2091158"/>
            <a:ext cx="70591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Cyan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0C3949AB-62CF-6643-83F3-F76B12005678}"/>
              </a:ext>
            </a:extLst>
          </p:cNvPr>
          <p:cNvSpPr/>
          <p:nvPr userDrawn="1"/>
        </p:nvSpPr>
        <p:spPr>
          <a:xfrm>
            <a:off x="6363616" y="2091157"/>
            <a:ext cx="70591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Violett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3CD1B9CD-D09C-5D4A-B064-6355897E2041}"/>
              </a:ext>
            </a:extLst>
          </p:cNvPr>
          <p:cNvSpPr/>
          <p:nvPr userDrawn="1"/>
        </p:nvSpPr>
        <p:spPr>
          <a:xfrm>
            <a:off x="7225291" y="2091158"/>
            <a:ext cx="60718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Rot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E0B457DF-BD61-044B-ACA4-342889CA02A1}"/>
              </a:ext>
            </a:extLst>
          </p:cNvPr>
          <p:cNvSpPr/>
          <p:nvPr userDrawn="1"/>
        </p:nvSpPr>
        <p:spPr>
          <a:xfrm>
            <a:off x="4619182" y="2490933"/>
            <a:ext cx="607189" cy="500399"/>
          </a:xfrm>
          <a:prstGeom prst="rect">
            <a:avLst/>
          </a:prstGeom>
          <a:solidFill>
            <a:srgbClr val="F18700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241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135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0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4931D8B5-D9AB-D547-B4C3-602A0499C239}"/>
              </a:ext>
            </a:extLst>
          </p:cNvPr>
          <p:cNvSpPr/>
          <p:nvPr userDrawn="1"/>
        </p:nvSpPr>
        <p:spPr>
          <a:xfrm>
            <a:off x="4619184" y="3096644"/>
            <a:ext cx="86750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Orange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7818" y="444257"/>
            <a:ext cx="9571269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Farbübersicht</a:t>
            </a:r>
          </a:p>
        </p:txBody>
      </p:sp>
    </p:spTree>
    <p:extLst>
      <p:ext uri="{BB962C8B-B14F-4D97-AF65-F5344CB8AC3E}">
        <p14:creationId xmlns:p14="http://schemas.microsoft.com/office/powerpoint/2010/main" val="277468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mit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0492" y="444257"/>
            <a:ext cx="9568595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Titel mit Inhalt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BEFC134-44F4-4ACC-9EF7-B0CCCECBE3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6088" y="1484313"/>
            <a:ext cx="11303000" cy="4929187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 sz="2200">
                <a:solidFill>
                  <a:srgbClr val="616468"/>
                </a:solidFill>
              </a:defRPr>
            </a:lvl1pPr>
            <a:lvl2pPr>
              <a:buClr>
                <a:schemeClr val="tx1"/>
              </a:buClr>
              <a:defRPr sz="2100">
                <a:solidFill>
                  <a:srgbClr val="616468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616468"/>
                </a:solidFill>
              </a:defRPr>
            </a:lvl3pPr>
            <a:lvl4pPr>
              <a:buClr>
                <a:schemeClr val="tx1"/>
              </a:buClr>
              <a:defRPr sz="1900">
                <a:solidFill>
                  <a:srgbClr val="616468"/>
                </a:solidFill>
              </a:defRPr>
            </a:lvl4pPr>
            <a:lvl5pPr>
              <a:buClr>
                <a:schemeClr val="tx1"/>
              </a:buClr>
              <a:defRPr sz="1800">
                <a:solidFill>
                  <a:srgbClr val="616468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95358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1700" y="444257"/>
            <a:ext cx="9577387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Nur Titel</a:t>
            </a:r>
          </a:p>
        </p:txBody>
      </p:sp>
    </p:spTree>
    <p:extLst>
      <p:ext uri="{BB962C8B-B14F-4D97-AF65-F5344CB8AC3E}">
        <p14:creationId xmlns:p14="http://schemas.microsoft.com/office/powerpoint/2010/main" val="610248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ück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4">
            <a:extLst>
              <a:ext uri="{FF2B5EF4-FFF2-40B4-BE49-F238E27FC236}">
                <a16:creationId xmlns:a16="http://schemas.microsoft.com/office/drawing/2014/main" id="{63CEC714-79BB-CB4B-8FB7-5903011CD8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56496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Absendername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Musterstraße 00 · 80000 München · Tel. +49 89 0000 0000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 err="1">
                <a:effectLst/>
                <a:latin typeface="Arial" panose="020B0604020202020204" pitchFamily="34" charset="0"/>
              </a:rPr>
              <a:t>info@musterdomain.de</a:t>
            </a:r>
            <a:r>
              <a:rPr lang="de-DE" b="1" dirty="0">
                <a:effectLst/>
                <a:latin typeface="Arial" panose="020B0604020202020204" pitchFamily="34" charset="0"/>
              </a:rPr>
              <a:t> · </a:t>
            </a:r>
            <a:r>
              <a:rPr lang="de-DE" b="1" dirty="0" err="1">
                <a:effectLst/>
                <a:latin typeface="Arial" panose="020B0604020202020204" pitchFamily="34" charset="0"/>
              </a:rPr>
              <a:t>www.musterdomain.de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CD72F1F-1A49-6848-A8CB-5DD9EC0B6D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83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2.xml"/><Relationship Id="rId3" Type="http://schemas.openxmlformats.org/officeDocument/2006/relationships/image" Target="../media/image4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3.xml"/><Relationship Id="rId3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theme" Target="../theme/theme4.xml"/><Relationship Id="rId6" Type="http://schemas.openxmlformats.org/officeDocument/2006/relationships/image" Target="../media/image5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5.xml"/><Relationship Id="rId3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FD8EF26-FA82-6D40-93F2-70EAE952FA46}"/>
              </a:ext>
            </a:extLst>
          </p:cNvPr>
          <p:cNvSpPr/>
          <p:nvPr userDrawn="1"/>
        </p:nvSpPr>
        <p:spPr>
          <a:xfrm>
            <a:off x="1" y="1483200"/>
            <a:ext cx="5376454" cy="537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A465598-6EE5-EE49-A177-6E3551F9A56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46400" y="434007"/>
            <a:ext cx="113030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6" r:id="rId2"/>
    <p:sldLayoutId id="2147483661" r:id="rId3"/>
    <p:sldLayoutId id="2147483677" r:id="rId4"/>
    <p:sldLayoutId id="2147483669" r:id="rId5"/>
    <p:sldLayoutId id="2147483655" r:id="rId6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 userDrawn="1">
          <p15:clr>
            <a:srgbClr val="F26B43"/>
          </p15:clr>
        </p15:guide>
        <p15:guide id="5" orient="horz" pos="4042" userDrawn="1">
          <p15:clr>
            <a:srgbClr val="F26B43"/>
          </p15:clr>
        </p15:guide>
        <p15:guide id="9" pos="7401" userDrawn="1">
          <p15:clr>
            <a:srgbClr val="F26B43"/>
          </p15:clr>
        </p15:guide>
        <p15:guide id="13" pos="279" userDrawn="1">
          <p15:clr>
            <a:srgbClr val="F26B43"/>
          </p15:clr>
        </p15:guide>
        <p15:guide id="14" orient="horz" pos="278" userDrawn="1">
          <p15:clr>
            <a:srgbClr val="F26B43"/>
          </p15:clr>
        </p15:guide>
        <p15:guide id="15" orient="horz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FD8EF26-FA82-6D40-93F2-70EAE952FA46}"/>
              </a:ext>
            </a:extLst>
          </p:cNvPr>
          <p:cNvSpPr/>
          <p:nvPr userDrawn="1"/>
        </p:nvSpPr>
        <p:spPr>
          <a:xfrm>
            <a:off x="1" y="1483200"/>
            <a:ext cx="5376454" cy="537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4EC720E-3048-2B4D-B927-E08F3BECF1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4500" y="416422"/>
            <a:ext cx="113030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5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799E554-D74C-2D46-A4A0-20AFFC9B03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A7DF8FA-2683-4642-B02D-78840267E6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6399" y="441325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4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26BA1FC-2AA7-46D3-BA9A-D73D533597C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8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4" r:id="rId3"/>
    <p:sldLayoutId id="2147483675" r:id="rId4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DED63A8-5311-184A-B74C-C37B428BF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400" y="442801"/>
            <a:ext cx="1745167" cy="8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0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Verteidigung der Bachelorarbeit</a:t>
            </a:r>
          </a:p>
          <a:p>
            <a:r>
              <a:t>Vorname Nachname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 der Bachelorarbeit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Institut / Lehrstuhl  |  Betreuer: Name  |  Datum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Einleitung</a:t>
            </a:r>
          </a:p>
          <a:p>
            <a:r>
              <a:t>Grundlagen</a:t>
            </a:r>
          </a:p>
          <a:p>
            <a:r>
              <a:t>Methodik</a:t>
            </a:r>
          </a:p>
          <a:p>
            <a:r>
              <a:t>Ergebnisse</a:t>
            </a:r>
          </a:p>
          <a:p>
            <a:r>
              <a:t>Diskussion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Einleitung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Forschungsfrage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Grundlagen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Bayes'sche Optimierung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Rauschmodelle: Input- und Output-Rauschen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Untersuchte Verfahren (1/2)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Untersuchte Verfahren (2/2)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Benchmark-Setup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Metrik: Simple Regret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Ergebnisse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Ergebnisse: Output-Rauschen (Y)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Ergebnisse: Input-Rauschen (X)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Ergebnisse: X- und Y-Rauschen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Gesamtranking der Verfahren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Diskussion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Diskussion und Limitationen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und Ausblick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Vielen Dank für Ihre Aufmerksamkeit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Formeln der robusten Verfahren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Weitere Konvergenzplots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Konfiguration und Laufzeiten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stitel">
  <a:themeElements>
    <a:clrScheme name="LMU_PPT">
      <a:dk1>
        <a:srgbClr val="00883A"/>
      </a:dk1>
      <a:lt1>
        <a:sysClr val="window" lastClr="FFFFFF"/>
      </a:lt1>
      <a:dk2>
        <a:srgbClr val="232323"/>
      </a:dk2>
      <a:lt2>
        <a:srgbClr val="626468"/>
      </a:lt2>
      <a:accent1>
        <a:srgbClr val="C0C1C3"/>
      </a:accent1>
      <a:accent2>
        <a:srgbClr val="E6E6E7"/>
      </a:accent2>
      <a:accent3>
        <a:srgbClr val="F5F5F5"/>
      </a:accent3>
      <a:accent4>
        <a:srgbClr val="0F1987"/>
      </a:accent4>
      <a:accent5>
        <a:srgbClr val="009FE3"/>
      </a:accent5>
      <a:accent6>
        <a:srgbClr val="8C4091"/>
      </a:accent6>
      <a:hlink>
        <a:srgbClr val="D71919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F5E6AB39-800A-4A35-BFB0-8B08FE59E1F1}"/>
    </a:ext>
  </a:extLst>
</a:theme>
</file>

<file path=ppt/theme/theme2.xml><?xml version="1.0" encoding="utf-8"?>
<a:theme xmlns:a="http://schemas.openxmlformats.org/drawingml/2006/main" name="Präsentationstitel Variante">
  <a:themeElements>
    <a:clrScheme name="LMU_PPT">
      <a:dk1>
        <a:srgbClr val="00883A"/>
      </a:dk1>
      <a:lt1>
        <a:sysClr val="window" lastClr="FFFFFF"/>
      </a:lt1>
      <a:dk2>
        <a:srgbClr val="232323"/>
      </a:dk2>
      <a:lt2>
        <a:srgbClr val="626468"/>
      </a:lt2>
      <a:accent1>
        <a:srgbClr val="C0C1C3"/>
      </a:accent1>
      <a:accent2>
        <a:srgbClr val="E6E6E7"/>
      </a:accent2>
      <a:accent3>
        <a:srgbClr val="F5F5F5"/>
      </a:accent3>
      <a:accent4>
        <a:srgbClr val="0F1987"/>
      </a:accent4>
      <a:accent5>
        <a:srgbClr val="009FE3"/>
      </a:accent5>
      <a:accent6>
        <a:srgbClr val="8C4091"/>
      </a:accent6>
      <a:hlink>
        <a:srgbClr val="D71919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3677B95F-7E06-41FF-A3C7-1582F699B15A}"/>
    </a:ext>
  </a:extLst>
</a:theme>
</file>

<file path=ppt/theme/theme3.xml><?xml version="1.0" encoding="utf-8"?>
<a:theme xmlns:a="http://schemas.openxmlformats.org/drawingml/2006/main" name="Kapiteltrenner">
  <a:themeElements>
    <a:clrScheme name="LMU">
      <a:dk1>
        <a:srgbClr val="008740"/>
      </a:dk1>
      <a:lt1>
        <a:sysClr val="window" lastClr="FFFFFF"/>
      </a:lt1>
      <a:dk2>
        <a:srgbClr val="000000"/>
      </a:dk2>
      <a:lt2>
        <a:srgbClr val="4A4A4A"/>
      </a:lt2>
      <a:accent1>
        <a:srgbClr val="9D9D9D"/>
      </a:accent1>
      <a:accent2>
        <a:srgbClr val="D0D0D0"/>
      </a:accent2>
      <a:accent3>
        <a:srgbClr val="F4F4F4"/>
      </a:accent3>
      <a:accent4>
        <a:srgbClr val="023E84"/>
      </a:accent4>
      <a:accent5>
        <a:srgbClr val="009FE3"/>
      </a:accent5>
      <a:accent6>
        <a:srgbClr val="8C40A5"/>
      </a:accent6>
      <a:hlink>
        <a:srgbClr val="DC0D15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CB202495-3BD5-415A-A4A5-B746A9BA6616}"/>
    </a:ext>
  </a:extLst>
</a:theme>
</file>

<file path=ppt/theme/theme4.xml><?xml version="1.0" encoding="utf-8"?>
<a:theme xmlns:a="http://schemas.openxmlformats.org/drawingml/2006/main" name="Inhalt">
  <a:themeElements>
    <a:clrScheme name="LMU_PPT">
      <a:dk1>
        <a:srgbClr val="00883A"/>
      </a:dk1>
      <a:lt1>
        <a:sysClr val="window" lastClr="FFFFFF"/>
      </a:lt1>
      <a:dk2>
        <a:srgbClr val="232323"/>
      </a:dk2>
      <a:lt2>
        <a:srgbClr val="626468"/>
      </a:lt2>
      <a:accent1>
        <a:srgbClr val="C0C1C3"/>
      </a:accent1>
      <a:accent2>
        <a:srgbClr val="E6E6E7"/>
      </a:accent2>
      <a:accent3>
        <a:srgbClr val="F5F5F5"/>
      </a:accent3>
      <a:accent4>
        <a:srgbClr val="0F1987"/>
      </a:accent4>
      <a:accent5>
        <a:srgbClr val="009FE3"/>
      </a:accent5>
      <a:accent6>
        <a:srgbClr val="8C4091"/>
      </a:accent6>
      <a:hlink>
        <a:srgbClr val="D71919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FCA03F62-E27F-4ACE-B8D5-B0C2DB4DDEEC}"/>
    </a:ext>
  </a:extLst>
</a:theme>
</file>

<file path=ppt/theme/theme5.xml><?xml version="1.0" encoding="utf-8"?>
<a:theme xmlns:a="http://schemas.openxmlformats.org/drawingml/2006/main" name="Rücktitel">
  <a:themeElements>
    <a:clrScheme name="Benutzerdefiniert 1">
      <a:dk1>
        <a:srgbClr val="008740"/>
      </a:dk1>
      <a:lt1>
        <a:srgbClr val="FFFFFF"/>
      </a:lt1>
      <a:dk2>
        <a:srgbClr val="000000"/>
      </a:dk2>
      <a:lt2>
        <a:srgbClr val="4A4A4A"/>
      </a:lt2>
      <a:accent1>
        <a:srgbClr val="9D9D9D"/>
      </a:accent1>
      <a:accent2>
        <a:srgbClr val="D0D0D0"/>
      </a:accent2>
      <a:accent3>
        <a:srgbClr val="F4F4F4"/>
      </a:accent3>
      <a:accent4>
        <a:srgbClr val="023E84"/>
      </a:accent4>
      <a:accent5>
        <a:srgbClr val="009FE3"/>
      </a:accent5>
      <a:accent6>
        <a:srgbClr val="8C40A5"/>
      </a:accent6>
      <a:hlink>
        <a:srgbClr val="DC0D15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866B4B03-9E40-4D34-8181-92E280DAE3A6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Tut1</Template>
  <TotalTime>1405</TotalTime>
  <Words>64</Words>
  <Application>Microsoft Macintosh PowerPoint</Application>
  <PresentationFormat>Widescreen</PresentationFormat>
  <Paragraphs>26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LMU CompatilFact</vt:lpstr>
      <vt:lpstr>Wingdings</vt:lpstr>
      <vt:lpstr>Präsentationstitel</vt:lpstr>
      <vt:lpstr>Präsentationstitel Variante</vt:lpstr>
      <vt:lpstr>Kapiteltrenner</vt:lpstr>
      <vt:lpstr>Inhalt</vt:lpstr>
      <vt:lpstr>Rücktitel</vt:lpstr>
      <vt:lpstr>Inferenzstatistik II  Tutorium </vt:lpstr>
      <vt:lpstr>Aufgabe 1: Schätzer</vt:lpstr>
      <vt:lpstr>Aufgabe 1: Schätzer</vt:lpstr>
      <vt:lpstr>Aufgabe 1: Schätzer</vt:lpstr>
      <vt:lpstr>Aufgabe 1: Schätzer</vt:lpstr>
      <vt:lpstr>Aufgabe 2: Maximum Likelihood</vt:lpstr>
      <vt:lpstr>Aufgabe 3: Testen</vt:lpstr>
      <vt:lpstr>Aufgabe 3: Testen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Anders, Jan</dc:creator>
  <cp:lastModifiedBy>Gorich, Eugen</cp:lastModifiedBy>
  <cp:revision>10</cp:revision>
  <cp:lastPrinted>2020-11-01T16:28:52Z</cp:lastPrinted>
  <dcterms:created xsi:type="dcterms:W3CDTF">2022-11-19T23:07:34Z</dcterms:created>
  <dcterms:modified xsi:type="dcterms:W3CDTF">2025-04-23T14:57:27Z</dcterms:modified>
</cp:coreProperties>
</file>